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20.xml" ContentType="application/vnd.openxmlformats-officedocument.presentationml.tags+xml"/>
  <Override PartName="/ppt/notesSlides/notesSlide1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7.xml" ContentType="application/vnd.openxmlformats-officedocument.presentationml.tags+xml"/>
  <Override PartName="/ppt/notesSlides/notesSlide2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32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7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8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  <p:sldMasterId id="2147483766" r:id="rId2"/>
  </p:sldMasterIdLst>
  <p:notesMasterIdLst>
    <p:notesMasterId r:id="rId40"/>
  </p:notesMasterIdLst>
  <p:handoutMasterIdLst>
    <p:handoutMasterId r:id="rId41"/>
  </p:handoutMasterIdLst>
  <p:sldIdLst>
    <p:sldId id="2171" r:id="rId3"/>
    <p:sldId id="2349" r:id="rId4"/>
    <p:sldId id="2223" r:id="rId5"/>
    <p:sldId id="1687" r:id="rId6"/>
    <p:sldId id="1754" r:id="rId7"/>
    <p:sldId id="2243" r:id="rId8"/>
    <p:sldId id="2306" r:id="rId9"/>
    <p:sldId id="2303" r:id="rId10"/>
    <p:sldId id="2304" r:id="rId11"/>
    <p:sldId id="2305" r:id="rId12"/>
    <p:sldId id="1756" r:id="rId13"/>
    <p:sldId id="1760" r:id="rId14"/>
    <p:sldId id="2236" r:id="rId15"/>
    <p:sldId id="1982" r:id="rId16"/>
    <p:sldId id="2172" r:id="rId17"/>
    <p:sldId id="2180" r:id="rId18"/>
    <p:sldId id="2181" r:id="rId19"/>
    <p:sldId id="2206" r:id="rId20"/>
    <p:sldId id="2182" r:id="rId21"/>
    <p:sldId id="2183" r:id="rId22"/>
    <p:sldId id="2184" r:id="rId23"/>
    <p:sldId id="2185" r:id="rId24"/>
    <p:sldId id="2186" r:id="rId25"/>
    <p:sldId id="2231" r:id="rId26"/>
    <p:sldId id="2188" r:id="rId27"/>
    <p:sldId id="2189" r:id="rId28"/>
    <p:sldId id="2190" r:id="rId29"/>
    <p:sldId id="2191" r:id="rId30"/>
    <p:sldId id="2192" r:id="rId31"/>
    <p:sldId id="2354" r:id="rId32"/>
    <p:sldId id="2202" r:id="rId33"/>
    <p:sldId id="2203" r:id="rId34"/>
    <p:sldId id="2204" r:id="rId35"/>
    <p:sldId id="2351" r:id="rId36"/>
    <p:sldId id="2352" r:id="rId37"/>
    <p:sldId id="2353" r:id="rId38"/>
    <p:sldId id="2355" r:id="rId39"/>
  </p:sldIdLst>
  <p:sldSz cx="12192000" cy="6858000"/>
  <p:notesSz cx="7099300" cy="10234613"/>
  <p:custDataLst>
    <p:tags r:id="rId42"/>
  </p:custDataLst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1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9900"/>
    <a:srgbClr val="99FFCC"/>
    <a:srgbClr val="CC3300"/>
    <a:srgbClr val="990000"/>
    <a:srgbClr val="990033"/>
    <a:srgbClr val="14663B"/>
    <a:srgbClr val="097542"/>
    <a:srgbClr val="000099"/>
    <a:srgbClr val="0858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14" autoAdjust="0"/>
    <p:restoredTop sz="94631" autoAdjust="0"/>
  </p:normalViewPr>
  <p:slideViewPr>
    <p:cSldViewPr>
      <p:cViewPr varScale="1">
        <p:scale>
          <a:sx n="110" d="100"/>
          <a:sy n="110" d="100"/>
        </p:scale>
        <p:origin x="208" y="368"/>
      </p:cViewPr>
      <p:guideLst>
        <p:guide orient="horz" pos="2112"/>
        <p:guide pos="1664"/>
      </p:guideLst>
    </p:cSldViewPr>
  </p:slideViewPr>
  <p:outlineViewPr>
    <p:cViewPr>
      <p:scale>
        <a:sx n="33" d="100"/>
        <a:sy n="33" d="100"/>
      </p:scale>
      <p:origin x="48" y="70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112" y="20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10A4D-3F5E-4135-8A9F-CAF8BD865382}" type="doc">
      <dgm:prSet loTypeId="urn:microsoft.com/office/officeart/2005/8/layout/cycle5" loCatId="cycle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6B28433-06D5-4A6C-A5BD-D422E2368D1C}">
      <dgm:prSet phldrT="[Text]" custT="1"/>
      <dgm:spPr>
        <a:xfrm>
          <a:off x="1170542" y="1813501"/>
          <a:ext cx="2708544" cy="1097396"/>
        </a:xfrm>
      </dgm:spPr>
      <dgm:t>
        <a:bodyPr/>
        <a:lstStyle/>
        <a:p>
          <a:r>
            <a:rPr lang="en-US" sz="4000" dirty="0">
              <a:solidFill>
                <a:srgbClr val="FF0000"/>
              </a:solidFill>
              <a:latin typeface="Calibri"/>
              <a:ea typeface="+mn-ea"/>
              <a:cs typeface="+mn-cs"/>
            </a:rPr>
            <a:t>I</a:t>
          </a:r>
          <a:r>
            <a:rPr lang="en-US" sz="2700" dirty="0">
              <a:latin typeface="Calibri"/>
              <a:ea typeface="+mn-ea"/>
              <a:cs typeface="+mn-cs"/>
            </a:rPr>
            <a:t>mplementation</a:t>
          </a:r>
        </a:p>
      </dgm:t>
    </dgm:pt>
    <dgm:pt modelId="{B1E169FA-2675-4029-A163-F457E76F545E}" type="sibTrans" cxnId="{18DCA477-07DC-4F6D-8F4E-3E0A81C9A54E}">
      <dgm:prSet/>
      <dgm:spPr>
        <a:xfrm>
          <a:off x="2524814" y="550394"/>
          <a:ext cx="3623611" cy="3623611"/>
        </a:xfrm>
      </dgm:spPr>
      <dgm:t>
        <a:bodyPr/>
        <a:lstStyle/>
        <a:p>
          <a:endParaRPr lang="en-US"/>
        </a:p>
      </dgm:t>
    </dgm:pt>
    <dgm:pt modelId="{DB385FBD-7474-4D3F-A1AF-5C3AC297BBB2}" type="parTrans" cxnId="{18DCA477-07DC-4F6D-8F4E-3E0A81C9A54E}">
      <dgm:prSet/>
      <dgm:spPr/>
      <dgm:t>
        <a:bodyPr/>
        <a:lstStyle/>
        <a:p>
          <a:endParaRPr lang="en-US"/>
        </a:p>
      </dgm:t>
    </dgm:pt>
    <dgm:pt modelId="{8B338C84-75DE-490B-B7BD-E14CF644700D}">
      <dgm:prSet phldrT="[Text]" custT="1"/>
      <dgm:spPr>
        <a:xfrm>
          <a:off x="3181635" y="3625307"/>
          <a:ext cx="2309969" cy="1097396"/>
        </a:xfrm>
      </dgm:spPr>
      <dgm:t>
        <a:bodyPr/>
        <a:lstStyle/>
        <a:p>
          <a:r>
            <a:rPr lang="en-US" sz="4000" dirty="0">
              <a:solidFill>
                <a:srgbClr val="FF0000"/>
              </a:solidFill>
              <a:latin typeface="Calibri"/>
              <a:ea typeface="+mn-ea"/>
              <a:cs typeface="+mn-cs"/>
            </a:rPr>
            <a:t>D</a:t>
          </a:r>
          <a:r>
            <a:rPr lang="en-US" sz="2700" dirty="0">
              <a:latin typeface="Calibri"/>
              <a:ea typeface="+mn-ea"/>
              <a:cs typeface="+mn-cs"/>
            </a:rPr>
            <a:t>esign</a:t>
          </a:r>
        </a:p>
      </dgm:t>
    </dgm:pt>
    <dgm:pt modelId="{CC63CE4D-9440-4F4D-8A92-796B92B85288}" type="sibTrans" cxnId="{75E66621-FE1B-4784-91DA-B57E1A272B49}">
      <dgm:prSet/>
      <dgm:spPr>
        <a:xfrm>
          <a:off x="2524814" y="550394"/>
          <a:ext cx="3623611" cy="3623611"/>
        </a:xfrm>
      </dgm:spPr>
      <dgm:t>
        <a:bodyPr/>
        <a:lstStyle/>
        <a:p>
          <a:endParaRPr lang="en-US"/>
        </a:p>
      </dgm:t>
    </dgm:pt>
    <dgm:pt modelId="{AF723A37-A4F6-46ED-B77D-4EC8872C222B}" type="parTrans" cxnId="{75E66621-FE1B-4784-91DA-B57E1A272B49}">
      <dgm:prSet/>
      <dgm:spPr/>
      <dgm:t>
        <a:bodyPr/>
        <a:lstStyle/>
        <a:p>
          <a:endParaRPr lang="en-US"/>
        </a:p>
      </dgm:t>
    </dgm:pt>
    <dgm:pt modelId="{C80A8738-ACA8-4E35-A7C5-DA04AA9E6147}">
      <dgm:prSet phldrT="[Text]" custT="1"/>
      <dgm:spPr>
        <a:xfrm>
          <a:off x="4876973" y="1813501"/>
          <a:ext cx="2542904" cy="1097396"/>
        </a:xfrm>
      </dgm:spPr>
      <dgm:t>
        <a:bodyPr/>
        <a:lstStyle/>
        <a:p>
          <a:r>
            <a:rPr lang="en-US" sz="4000" dirty="0">
              <a:solidFill>
                <a:srgbClr val="FF0000"/>
              </a:solidFill>
              <a:latin typeface="Calibri"/>
              <a:ea typeface="+mn-ea"/>
              <a:cs typeface="+mn-cs"/>
            </a:rPr>
            <a:t>A</a:t>
          </a:r>
          <a:r>
            <a:rPr lang="en-US" sz="2700" dirty="0">
              <a:latin typeface="Calibri"/>
              <a:ea typeface="+mn-ea"/>
              <a:cs typeface="+mn-cs"/>
            </a:rPr>
            <a:t>nalysis</a:t>
          </a:r>
        </a:p>
      </dgm:t>
    </dgm:pt>
    <dgm:pt modelId="{6BAC6641-6F16-42C7-9628-222D46D6B99E}" type="sibTrans" cxnId="{8D42E35A-4FD1-474D-A81F-5FE06D8AAA22}">
      <dgm:prSet/>
      <dgm:spPr>
        <a:xfrm>
          <a:off x="2524814" y="550394"/>
          <a:ext cx="3623611" cy="3623611"/>
        </a:xfrm>
      </dgm:spPr>
      <dgm:t>
        <a:bodyPr/>
        <a:lstStyle/>
        <a:p>
          <a:endParaRPr lang="en-US"/>
        </a:p>
      </dgm:t>
    </dgm:pt>
    <dgm:pt modelId="{118471EF-ADB4-4EEF-BD87-24A1F28669BF}" type="parTrans" cxnId="{8D42E35A-4FD1-474D-A81F-5FE06D8AAA22}">
      <dgm:prSet/>
      <dgm:spPr/>
      <dgm:t>
        <a:bodyPr/>
        <a:lstStyle/>
        <a:p>
          <a:endParaRPr lang="en-US"/>
        </a:p>
      </dgm:t>
    </dgm:pt>
    <dgm:pt modelId="{746407FD-1023-4207-8A6F-8D6782650E11}">
      <dgm:prSet phldrT="[Text]" custT="1"/>
      <dgm:spPr>
        <a:xfrm>
          <a:off x="3102099" y="1695"/>
          <a:ext cx="2469041" cy="1097396"/>
        </a:xfrm>
      </dgm:spPr>
      <dgm:t>
        <a:bodyPr/>
        <a:lstStyle/>
        <a:p>
          <a:r>
            <a:rPr lang="en-US" sz="4000" dirty="0">
              <a:solidFill>
                <a:srgbClr val="FF0000"/>
              </a:solidFill>
              <a:latin typeface="Calibri"/>
              <a:ea typeface="+mn-ea"/>
              <a:cs typeface="+mn-cs"/>
            </a:rPr>
            <a:t>P</a:t>
          </a:r>
          <a:r>
            <a:rPr lang="en-US" sz="2700" dirty="0">
              <a:latin typeface="Calibri"/>
              <a:ea typeface="+mn-ea"/>
              <a:cs typeface="+mn-cs"/>
            </a:rPr>
            <a:t>lanning</a:t>
          </a:r>
        </a:p>
      </dgm:t>
    </dgm:pt>
    <dgm:pt modelId="{5E05B78C-094A-4509-9654-09D2F26F3FFD}" type="sibTrans" cxnId="{861D5ABE-FC74-4203-BA70-713D604D7945}">
      <dgm:prSet/>
      <dgm:spPr>
        <a:xfrm>
          <a:off x="2524814" y="550394"/>
          <a:ext cx="3623611" cy="3623611"/>
        </a:xfrm>
      </dgm:spPr>
      <dgm:t>
        <a:bodyPr/>
        <a:lstStyle/>
        <a:p>
          <a:endParaRPr lang="en-US"/>
        </a:p>
      </dgm:t>
    </dgm:pt>
    <dgm:pt modelId="{7B6FAAAB-269F-4CC4-8442-29D9B5032544}" type="parTrans" cxnId="{861D5ABE-FC74-4203-BA70-713D604D7945}">
      <dgm:prSet/>
      <dgm:spPr/>
      <dgm:t>
        <a:bodyPr/>
        <a:lstStyle/>
        <a:p>
          <a:endParaRPr lang="en-US"/>
        </a:p>
      </dgm:t>
    </dgm:pt>
    <dgm:pt modelId="{0A3A9FBE-F7C6-41D0-A2A8-F50B183ED97D}" type="pres">
      <dgm:prSet presAssocID="{98110A4D-3F5E-4135-8A9F-CAF8BD865382}" presName="cycle" presStyleCnt="0">
        <dgm:presLayoutVars>
          <dgm:dir/>
          <dgm:resizeHandles val="exact"/>
        </dgm:presLayoutVars>
      </dgm:prSet>
      <dgm:spPr/>
    </dgm:pt>
    <dgm:pt modelId="{256E3A91-2E2F-4ED9-A28A-3DA97D5742E3}" type="pres">
      <dgm:prSet presAssocID="{746407FD-1023-4207-8A6F-8D6782650E11}" presName="node" presStyleLbl="node1" presStyleIdx="0" presStyleCnt="4" custScaleX="146244" custRadScaleRad="100101" custRadScaleInc="2327">
        <dgm:presLayoutVars>
          <dgm:bulletEnabled val="1"/>
        </dgm:presLayoutVars>
      </dgm:prSet>
      <dgm:spPr>
        <a:prstGeom prst="roundRect">
          <a:avLst/>
        </a:prstGeom>
      </dgm:spPr>
    </dgm:pt>
    <dgm:pt modelId="{8B1A1E44-0CA3-47B4-B36D-323702FD4456}" type="pres">
      <dgm:prSet presAssocID="{746407FD-1023-4207-8A6F-8D6782650E11}" presName="spNode" presStyleCnt="0"/>
      <dgm:spPr/>
    </dgm:pt>
    <dgm:pt modelId="{47F33915-6B3B-401C-B50F-B22A754E2EF7}" type="pres">
      <dgm:prSet presAssocID="{5E05B78C-094A-4509-9654-09D2F26F3FFD}" presName="sibTrans" presStyleLbl="sibTrans1D1" presStyleIdx="0" presStyleCnt="4"/>
      <dgm:spPr>
        <a:custGeom>
          <a:avLst/>
          <a:gdLst/>
          <a:ahLst/>
          <a:cxnLst/>
          <a:rect l="0" t="0" r="0" b="0"/>
          <a:pathLst>
            <a:path>
              <a:moveTo>
                <a:pt x="3174428" y="617694"/>
              </a:moveTo>
              <a:arcTo wR="1811805" hR="1811805" stAng="19126251" swAng="1066856"/>
            </a:path>
          </a:pathLst>
        </a:custGeom>
      </dgm:spPr>
    </dgm:pt>
    <dgm:pt modelId="{28358C13-D8CC-4AD2-A7BF-1189D1A964E3}" type="pres">
      <dgm:prSet presAssocID="{C80A8738-ACA8-4E35-A7C5-DA04AA9E6147}" presName="node" presStyleLbl="node1" presStyleIdx="1" presStyleCnt="4" custScaleX="175242">
        <dgm:presLayoutVars>
          <dgm:bulletEnabled val="1"/>
        </dgm:presLayoutVars>
      </dgm:prSet>
      <dgm:spPr>
        <a:prstGeom prst="roundRect">
          <a:avLst/>
        </a:prstGeom>
      </dgm:spPr>
    </dgm:pt>
    <dgm:pt modelId="{7A773DDB-9EA6-40D0-908C-5A4C420FC715}" type="pres">
      <dgm:prSet presAssocID="{C80A8738-ACA8-4E35-A7C5-DA04AA9E6147}" presName="spNode" presStyleCnt="0"/>
      <dgm:spPr/>
    </dgm:pt>
    <dgm:pt modelId="{396D247C-7331-400F-88B3-FB5C75DEFBD2}" type="pres">
      <dgm:prSet presAssocID="{6BAC6641-6F16-42C7-9628-222D46D6B99E}" presName="sibTrans" presStyleLbl="sibTrans1D1" presStyleIdx="1" presStyleCnt="4"/>
      <dgm:spPr>
        <a:custGeom>
          <a:avLst/>
          <a:gdLst/>
          <a:ahLst/>
          <a:cxnLst/>
          <a:rect l="0" t="0" r="0" b="0"/>
          <a:pathLst>
            <a:path>
              <a:moveTo>
                <a:pt x="3465772" y="2551424"/>
              </a:moveTo>
              <a:arcTo wR="1811805" hR="1811805" stAng="1445590" swAng="1190300"/>
            </a:path>
          </a:pathLst>
        </a:custGeom>
      </dgm:spPr>
    </dgm:pt>
    <dgm:pt modelId="{E5B85177-67DC-46B9-9178-4FD74108A018}" type="pres">
      <dgm:prSet presAssocID="{8B338C84-75DE-490B-B7BD-E14CF644700D}" presName="node" presStyleLbl="node1" presStyleIdx="2" presStyleCnt="4" custScaleX="136822">
        <dgm:presLayoutVars>
          <dgm:bulletEnabled val="1"/>
        </dgm:presLayoutVars>
      </dgm:prSet>
      <dgm:spPr>
        <a:prstGeom prst="roundRect">
          <a:avLst/>
        </a:prstGeom>
      </dgm:spPr>
    </dgm:pt>
    <dgm:pt modelId="{35D7A730-924C-49C3-A7BA-CD89FCBCE1AC}" type="pres">
      <dgm:prSet presAssocID="{8B338C84-75DE-490B-B7BD-E14CF644700D}" presName="spNode" presStyleCnt="0"/>
      <dgm:spPr/>
    </dgm:pt>
    <dgm:pt modelId="{D2CA6A8E-22C6-4F9F-B88D-7C12E5956E50}" type="pres">
      <dgm:prSet presAssocID="{CC63CE4D-9440-4F4D-8A92-796B92B85288}" presName="sibTrans" presStyleLbl="sibTrans1D1" presStyleIdx="2" presStyleCnt="4"/>
      <dgm:spPr>
        <a:custGeom>
          <a:avLst/>
          <a:gdLst/>
          <a:ahLst/>
          <a:cxnLst/>
          <a:rect l="0" t="0" r="0" b="0"/>
          <a:pathLst>
            <a:path>
              <a:moveTo>
                <a:pt x="506998" y="3068832"/>
              </a:moveTo>
              <a:arcTo wR="1811805" hR="1811805" stAng="8164110" swAng="1190300"/>
            </a:path>
          </a:pathLst>
        </a:custGeom>
      </dgm:spPr>
    </dgm:pt>
    <dgm:pt modelId="{780DDDCB-B12F-428D-A586-90FD6F79F55C}" type="pres">
      <dgm:prSet presAssocID="{26B28433-06D5-4A6C-A5BD-D422E2368D1C}" presName="node" presStyleLbl="node1" presStyleIdx="3" presStyleCnt="4" custScaleX="175291">
        <dgm:presLayoutVars>
          <dgm:bulletEnabled val="1"/>
        </dgm:presLayoutVars>
      </dgm:prSet>
      <dgm:spPr>
        <a:prstGeom prst="roundRect">
          <a:avLst/>
        </a:prstGeom>
      </dgm:spPr>
    </dgm:pt>
    <dgm:pt modelId="{27501DD9-B23B-4A6C-B19F-BEDC210774CB}" type="pres">
      <dgm:prSet presAssocID="{26B28433-06D5-4A6C-A5BD-D422E2368D1C}" presName="spNode" presStyleCnt="0"/>
      <dgm:spPr/>
    </dgm:pt>
    <dgm:pt modelId="{498F4E31-E423-4928-A28F-F71BD81A544F}" type="pres">
      <dgm:prSet presAssocID="{B1E169FA-2675-4029-A163-F457E76F545E}" presName="sibTrans" presStyleLbl="sibTrans1D1" presStyleIdx="3" presStyleCnt="4"/>
      <dgm:spPr>
        <a:custGeom>
          <a:avLst/>
          <a:gdLst/>
          <a:ahLst/>
          <a:cxnLst/>
          <a:rect l="0" t="0" r="0" b="0"/>
          <a:pathLst>
            <a:path>
              <a:moveTo>
                <a:pt x="149618" y="1090851"/>
              </a:moveTo>
              <a:arcTo wR="1811805" hR="1811805" stAng="12206894" swAng="1066856"/>
            </a:path>
          </a:pathLst>
        </a:custGeom>
      </dgm:spPr>
    </dgm:pt>
  </dgm:ptLst>
  <dgm:cxnLst>
    <dgm:cxn modelId="{3B911303-560E-48F9-AEEE-968325083708}" type="presOf" srcId="{8B338C84-75DE-490B-B7BD-E14CF644700D}" destId="{E5B85177-67DC-46B9-9178-4FD74108A018}" srcOrd="0" destOrd="0" presId="urn:microsoft.com/office/officeart/2005/8/layout/cycle5"/>
    <dgm:cxn modelId="{B483C218-8120-4478-B345-6CC16A60637E}" type="presOf" srcId="{C80A8738-ACA8-4E35-A7C5-DA04AA9E6147}" destId="{28358C13-D8CC-4AD2-A7BF-1189D1A964E3}" srcOrd="0" destOrd="0" presId="urn:microsoft.com/office/officeart/2005/8/layout/cycle5"/>
    <dgm:cxn modelId="{BE69F51C-6D01-46D8-A8AE-3B21379341C2}" type="presOf" srcId="{26B28433-06D5-4A6C-A5BD-D422E2368D1C}" destId="{780DDDCB-B12F-428D-A586-90FD6F79F55C}" srcOrd="0" destOrd="0" presId="urn:microsoft.com/office/officeart/2005/8/layout/cycle5"/>
    <dgm:cxn modelId="{16780A1E-67DB-42A0-A47D-B9BE1147E807}" type="presOf" srcId="{CC63CE4D-9440-4F4D-8A92-796B92B85288}" destId="{D2CA6A8E-22C6-4F9F-B88D-7C12E5956E50}" srcOrd="0" destOrd="0" presId="urn:microsoft.com/office/officeart/2005/8/layout/cycle5"/>
    <dgm:cxn modelId="{75E66621-FE1B-4784-91DA-B57E1A272B49}" srcId="{98110A4D-3F5E-4135-8A9F-CAF8BD865382}" destId="{8B338C84-75DE-490B-B7BD-E14CF644700D}" srcOrd="2" destOrd="0" parTransId="{AF723A37-A4F6-46ED-B77D-4EC8872C222B}" sibTransId="{CC63CE4D-9440-4F4D-8A92-796B92B85288}"/>
    <dgm:cxn modelId="{ED793F35-837A-4EAC-8E80-96C24040E498}" type="presOf" srcId="{746407FD-1023-4207-8A6F-8D6782650E11}" destId="{256E3A91-2E2F-4ED9-A28A-3DA97D5742E3}" srcOrd="0" destOrd="0" presId="urn:microsoft.com/office/officeart/2005/8/layout/cycle5"/>
    <dgm:cxn modelId="{8D42E35A-4FD1-474D-A81F-5FE06D8AAA22}" srcId="{98110A4D-3F5E-4135-8A9F-CAF8BD865382}" destId="{C80A8738-ACA8-4E35-A7C5-DA04AA9E6147}" srcOrd="1" destOrd="0" parTransId="{118471EF-ADB4-4EEF-BD87-24A1F28669BF}" sibTransId="{6BAC6641-6F16-42C7-9628-222D46D6B99E}"/>
    <dgm:cxn modelId="{18DCA477-07DC-4F6D-8F4E-3E0A81C9A54E}" srcId="{98110A4D-3F5E-4135-8A9F-CAF8BD865382}" destId="{26B28433-06D5-4A6C-A5BD-D422E2368D1C}" srcOrd="3" destOrd="0" parTransId="{DB385FBD-7474-4D3F-A1AF-5C3AC297BBB2}" sibTransId="{B1E169FA-2675-4029-A163-F457E76F545E}"/>
    <dgm:cxn modelId="{BD9DC878-9D6E-4855-8AA4-C66773C1E0AF}" type="presOf" srcId="{6BAC6641-6F16-42C7-9628-222D46D6B99E}" destId="{396D247C-7331-400F-88B3-FB5C75DEFBD2}" srcOrd="0" destOrd="0" presId="urn:microsoft.com/office/officeart/2005/8/layout/cycle5"/>
    <dgm:cxn modelId="{AC59E180-EF26-46F5-A4AB-E649CDEA52F7}" type="presOf" srcId="{5E05B78C-094A-4509-9654-09D2F26F3FFD}" destId="{47F33915-6B3B-401C-B50F-B22A754E2EF7}" srcOrd="0" destOrd="0" presId="urn:microsoft.com/office/officeart/2005/8/layout/cycle5"/>
    <dgm:cxn modelId="{A1A8F7A2-517D-42D2-9136-C89AAB86028E}" type="presOf" srcId="{98110A4D-3F5E-4135-8A9F-CAF8BD865382}" destId="{0A3A9FBE-F7C6-41D0-A2A8-F50B183ED97D}" srcOrd="0" destOrd="0" presId="urn:microsoft.com/office/officeart/2005/8/layout/cycle5"/>
    <dgm:cxn modelId="{3ADB14B9-414D-4B61-B09F-6DD3FF1ADE6E}" type="presOf" srcId="{B1E169FA-2675-4029-A163-F457E76F545E}" destId="{498F4E31-E423-4928-A28F-F71BD81A544F}" srcOrd="0" destOrd="0" presId="urn:microsoft.com/office/officeart/2005/8/layout/cycle5"/>
    <dgm:cxn modelId="{861D5ABE-FC74-4203-BA70-713D604D7945}" srcId="{98110A4D-3F5E-4135-8A9F-CAF8BD865382}" destId="{746407FD-1023-4207-8A6F-8D6782650E11}" srcOrd="0" destOrd="0" parTransId="{7B6FAAAB-269F-4CC4-8442-29D9B5032544}" sibTransId="{5E05B78C-094A-4509-9654-09D2F26F3FFD}"/>
    <dgm:cxn modelId="{081A3929-E2AC-47B4-9D9B-22D606115A18}" type="presParOf" srcId="{0A3A9FBE-F7C6-41D0-A2A8-F50B183ED97D}" destId="{256E3A91-2E2F-4ED9-A28A-3DA97D5742E3}" srcOrd="0" destOrd="0" presId="urn:microsoft.com/office/officeart/2005/8/layout/cycle5"/>
    <dgm:cxn modelId="{15EEA582-5BF2-4F1F-8D0F-C7EBC4706280}" type="presParOf" srcId="{0A3A9FBE-F7C6-41D0-A2A8-F50B183ED97D}" destId="{8B1A1E44-0CA3-47B4-B36D-323702FD4456}" srcOrd="1" destOrd="0" presId="urn:microsoft.com/office/officeart/2005/8/layout/cycle5"/>
    <dgm:cxn modelId="{B8C0FEF9-3E44-4853-85A4-43D98A83F068}" type="presParOf" srcId="{0A3A9FBE-F7C6-41D0-A2A8-F50B183ED97D}" destId="{47F33915-6B3B-401C-B50F-B22A754E2EF7}" srcOrd="2" destOrd="0" presId="urn:microsoft.com/office/officeart/2005/8/layout/cycle5"/>
    <dgm:cxn modelId="{3F740D0C-9A1B-4528-9FAA-D3BCB41C28A5}" type="presParOf" srcId="{0A3A9FBE-F7C6-41D0-A2A8-F50B183ED97D}" destId="{28358C13-D8CC-4AD2-A7BF-1189D1A964E3}" srcOrd="3" destOrd="0" presId="urn:microsoft.com/office/officeart/2005/8/layout/cycle5"/>
    <dgm:cxn modelId="{29E86BFA-C948-426D-874D-4D0C433CA91E}" type="presParOf" srcId="{0A3A9FBE-F7C6-41D0-A2A8-F50B183ED97D}" destId="{7A773DDB-9EA6-40D0-908C-5A4C420FC715}" srcOrd="4" destOrd="0" presId="urn:microsoft.com/office/officeart/2005/8/layout/cycle5"/>
    <dgm:cxn modelId="{B5A11E7C-F1CD-4784-B54F-7827093D2115}" type="presParOf" srcId="{0A3A9FBE-F7C6-41D0-A2A8-F50B183ED97D}" destId="{396D247C-7331-400F-88B3-FB5C75DEFBD2}" srcOrd="5" destOrd="0" presId="urn:microsoft.com/office/officeart/2005/8/layout/cycle5"/>
    <dgm:cxn modelId="{2FBCE36A-517E-45E5-B263-2F20DD226250}" type="presParOf" srcId="{0A3A9FBE-F7C6-41D0-A2A8-F50B183ED97D}" destId="{E5B85177-67DC-46B9-9178-4FD74108A018}" srcOrd="6" destOrd="0" presId="urn:microsoft.com/office/officeart/2005/8/layout/cycle5"/>
    <dgm:cxn modelId="{9080D7E7-8D0E-48F2-BA5A-4825978FA94B}" type="presParOf" srcId="{0A3A9FBE-F7C6-41D0-A2A8-F50B183ED97D}" destId="{35D7A730-924C-49C3-A7BA-CD89FCBCE1AC}" srcOrd="7" destOrd="0" presId="urn:microsoft.com/office/officeart/2005/8/layout/cycle5"/>
    <dgm:cxn modelId="{F73E1C70-FCDB-41A1-8D9B-BCFFD55BD787}" type="presParOf" srcId="{0A3A9FBE-F7C6-41D0-A2A8-F50B183ED97D}" destId="{D2CA6A8E-22C6-4F9F-B88D-7C12E5956E50}" srcOrd="8" destOrd="0" presId="urn:microsoft.com/office/officeart/2005/8/layout/cycle5"/>
    <dgm:cxn modelId="{D7D45B7D-D1B2-4E36-909A-7A4E114AB36F}" type="presParOf" srcId="{0A3A9FBE-F7C6-41D0-A2A8-F50B183ED97D}" destId="{780DDDCB-B12F-428D-A586-90FD6F79F55C}" srcOrd="9" destOrd="0" presId="urn:microsoft.com/office/officeart/2005/8/layout/cycle5"/>
    <dgm:cxn modelId="{884809E0-D4F2-490C-BEB4-A013074ED0D8}" type="presParOf" srcId="{0A3A9FBE-F7C6-41D0-A2A8-F50B183ED97D}" destId="{27501DD9-B23B-4A6C-B19F-BEDC210774CB}" srcOrd="10" destOrd="0" presId="urn:microsoft.com/office/officeart/2005/8/layout/cycle5"/>
    <dgm:cxn modelId="{153D6C32-2447-434F-9CC0-E7F38E562596}" type="presParOf" srcId="{0A3A9FBE-F7C6-41D0-A2A8-F50B183ED97D}" destId="{498F4E31-E423-4928-A28F-F71BD81A544F}" srcOrd="11" destOrd="0" presId="urn:microsoft.com/office/officeart/2005/8/layout/cycle5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29C2DE-333E-410F-BD98-D31574E81CF0}" type="doc">
      <dgm:prSet loTypeId="urn:microsoft.com/office/officeart/2005/8/layout/process4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BCA98B9-D9E1-4090-9007-2A0018C59B46}">
      <dgm:prSet phldrT="[Text]" custT="1"/>
      <dgm:spPr/>
      <dgm:t>
        <a:bodyPr/>
        <a:lstStyle/>
        <a:p>
          <a:r>
            <a:rPr lang="id-ID" sz="3600" dirty="0">
              <a:solidFill>
                <a:srgbClr val="C00000"/>
              </a:solidFill>
            </a:rPr>
            <a:t>System </a:t>
          </a:r>
          <a:r>
            <a:rPr lang="id-ID" sz="3600" dirty="0" err="1">
              <a:solidFill>
                <a:srgbClr val="C00000"/>
              </a:solidFill>
            </a:rPr>
            <a:t>Request</a:t>
          </a:r>
          <a:br>
            <a:rPr lang="id-ID" sz="3600" dirty="0">
              <a:solidFill>
                <a:srgbClr val="C00000"/>
              </a:solidFill>
            </a:rPr>
          </a:br>
          <a:r>
            <a:rPr lang="id-ID" sz="3600" dirty="0">
              <a:solidFill>
                <a:schemeClr val="tx1"/>
              </a:solidFill>
            </a:rPr>
            <a:t>(Business </a:t>
          </a:r>
          <a:r>
            <a:rPr lang="id-ID" sz="3600" dirty="0" err="1">
              <a:solidFill>
                <a:schemeClr val="tx1"/>
              </a:solidFill>
            </a:rPr>
            <a:t>Value</a:t>
          </a:r>
          <a:r>
            <a:rPr lang="id-ID" sz="3600" dirty="0">
              <a:solidFill>
                <a:schemeClr val="tx1"/>
              </a:solidFill>
            </a:rPr>
            <a:t> </a:t>
          </a:r>
          <a:r>
            <a:rPr lang="id-ID" sz="3600" dirty="0" err="1">
              <a:solidFill>
                <a:schemeClr val="tx1"/>
              </a:solidFill>
            </a:rPr>
            <a:t>Identification</a:t>
          </a:r>
          <a:r>
            <a:rPr lang="id-ID" sz="3600" dirty="0"/>
            <a:t>)</a:t>
          </a:r>
          <a:endParaRPr lang="en-US" sz="3600" dirty="0"/>
        </a:p>
      </dgm:t>
    </dgm:pt>
    <dgm:pt modelId="{4482DE4F-A68E-4F2A-89BC-420078E1CDC0}" type="parTrans" cxnId="{315F7D01-7819-4728-8077-B52D65723CB0}">
      <dgm:prSet/>
      <dgm:spPr/>
      <dgm:t>
        <a:bodyPr/>
        <a:lstStyle/>
        <a:p>
          <a:endParaRPr lang="en-US"/>
        </a:p>
      </dgm:t>
    </dgm:pt>
    <dgm:pt modelId="{EB321548-1ADE-468D-82EB-0F4E8B928A7E}" type="sibTrans" cxnId="{315F7D01-7819-4728-8077-B52D65723CB0}">
      <dgm:prSet/>
      <dgm:spPr/>
      <dgm:t>
        <a:bodyPr/>
        <a:lstStyle/>
        <a:p>
          <a:endParaRPr lang="en-US"/>
        </a:p>
      </dgm:t>
    </dgm:pt>
    <dgm:pt modelId="{6C72ABC7-5F0D-4F69-9BE5-86F2B220D2F5}">
      <dgm:prSet phldrT="[Text]" custT="1"/>
      <dgm:spPr/>
      <dgm:t>
        <a:bodyPr/>
        <a:lstStyle/>
        <a:p>
          <a:r>
            <a:rPr lang="id-ID" sz="2400" i="1" dirty="0"/>
            <a:t>Lower Cost</a:t>
          </a:r>
          <a:endParaRPr lang="en-US" sz="2400" i="1" dirty="0"/>
        </a:p>
      </dgm:t>
    </dgm:pt>
    <dgm:pt modelId="{02FFCE7D-44CA-45DC-B186-7685F0C70459}" type="parTrans" cxnId="{7C84BA1C-7E53-4B2F-9192-06CB29082616}">
      <dgm:prSet/>
      <dgm:spPr/>
      <dgm:t>
        <a:bodyPr/>
        <a:lstStyle/>
        <a:p>
          <a:endParaRPr lang="en-US"/>
        </a:p>
      </dgm:t>
    </dgm:pt>
    <dgm:pt modelId="{15739A02-65E1-4D21-978C-21987800CB2C}" type="sibTrans" cxnId="{7C84BA1C-7E53-4B2F-9192-06CB29082616}">
      <dgm:prSet/>
      <dgm:spPr/>
      <dgm:t>
        <a:bodyPr/>
        <a:lstStyle/>
        <a:p>
          <a:endParaRPr lang="en-US"/>
        </a:p>
      </dgm:t>
    </dgm:pt>
    <dgm:pt modelId="{30A8D738-59D0-4B47-BD10-010A677F71B7}">
      <dgm:prSet phldrT="[Text]" custT="1"/>
      <dgm:spPr/>
      <dgm:t>
        <a:bodyPr/>
        <a:lstStyle/>
        <a:p>
          <a:r>
            <a:rPr lang="id-ID" sz="2400" i="1" dirty="0"/>
            <a:t>Increase Profit</a:t>
          </a:r>
          <a:endParaRPr lang="en-US" sz="2400" i="1" dirty="0"/>
        </a:p>
      </dgm:t>
    </dgm:pt>
    <dgm:pt modelId="{B851C11C-9FAB-40B4-8C18-5D59950B4F85}" type="parTrans" cxnId="{C6E40457-EADF-499D-8E9C-0C903C04CCD9}">
      <dgm:prSet/>
      <dgm:spPr/>
      <dgm:t>
        <a:bodyPr/>
        <a:lstStyle/>
        <a:p>
          <a:endParaRPr lang="en-US"/>
        </a:p>
      </dgm:t>
    </dgm:pt>
    <dgm:pt modelId="{29B8B599-5FC4-4050-8C4B-B3CD015508C6}" type="sibTrans" cxnId="{C6E40457-EADF-499D-8E9C-0C903C04CCD9}">
      <dgm:prSet/>
      <dgm:spPr/>
      <dgm:t>
        <a:bodyPr/>
        <a:lstStyle/>
        <a:p>
          <a:endParaRPr lang="en-US"/>
        </a:p>
      </dgm:t>
    </dgm:pt>
    <dgm:pt modelId="{1A473FB3-24AB-4E50-AA13-83CD33E1CF87}">
      <dgm:prSet phldrT="[Text]"/>
      <dgm:spPr/>
      <dgm:t>
        <a:bodyPr/>
        <a:lstStyle/>
        <a:p>
          <a:r>
            <a:rPr lang="id-ID" dirty="0">
              <a:solidFill>
                <a:srgbClr val="C00000"/>
              </a:solidFill>
            </a:rPr>
            <a:t>Feasibility Analysis</a:t>
          </a:r>
          <a:endParaRPr lang="en-US" dirty="0">
            <a:solidFill>
              <a:srgbClr val="C00000"/>
            </a:solidFill>
          </a:endParaRPr>
        </a:p>
      </dgm:t>
    </dgm:pt>
    <dgm:pt modelId="{C266BA16-5B2C-4F29-894A-C02E13044EE2}" type="parTrans" cxnId="{DCC9E29D-5D8B-44B9-85B0-DB084FDC639C}">
      <dgm:prSet/>
      <dgm:spPr/>
      <dgm:t>
        <a:bodyPr/>
        <a:lstStyle/>
        <a:p>
          <a:endParaRPr lang="en-US"/>
        </a:p>
      </dgm:t>
    </dgm:pt>
    <dgm:pt modelId="{312F3B91-C3D7-4966-9FB6-186C771A9164}" type="sibTrans" cxnId="{DCC9E29D-5D8B-44B9-85B0-DB084FDC639C}">
      <dgm:prSet/>
      <dgm:spPr/>
      <dgm:t>
        <a:bodyPr/>
        <a:lstStyle/>
        <a:p>
          <a:endParaRPr lang="en-US"/>
        </a:p>
      </dgm:t>
    </dgm:pt>
    <dgm:pt modelId="{FE8ED23C-1DA3-4F8D-8329-1428A0BBEA3D}">
      <dgm:prSet phldrT="[Text]" custT="1"/>
      <dgm:spPr/>
      <dgm:t>
        <a:bodyPr/>
        <a:lstStyle/>
        <a:p>
          <a:r>
            <a:rPr lang="id-ID" sz="2400" i="1" dirty="0"/>
            <a:t>Technical </a:t>
          </a:r>
          <a:r>
            <a:rPr lang="id-ID" sz="2000" i="1" dirty="0"/>
            <a:t>(Capabilities)</a:t>
          </a:r>
          <a:endParaRPr lang="en-US" sz="2800" i="1" dirty="0"/>
        </a:p>
      </dgm:t>
    </dgm:pt>
    <dgm:pt modelId="{6A59844A-62CA-4E09-9D5B-A42E1E080128}" type="parTrans" cxnId="{A3431511-CB42-488B-A2F3-4CF585079F0C}">
      <dgm:prSet/>
      <dgm:spPr/>
      <dgm:t>
        <a:bodyPr/>
        <a:lstStyle/>
        <a:p>
          <a:endParaRPr lang="en-US"/>
        </a:p>
      </dgm:t>
    </dgm:pt>
    <dgm:pt modelId="{463155DE-2885-400C-A0E9-69D5E086F9BC}" type="sibTrans" cxnId="{A3431511-CB42-488B-A2F3-4CF585079F0C}">
      <dgm:prSet/>
      <dgm:spPr/>
      <dgm:t>
        <a:bodyPr/>
        <a:lstStyle/>
        <a:p>
          <a:endParaRPr lang="en-US"/>
        </a:p>
      </dgm:t>
    </dgm:pt>
    <dgm:pt modelId="{AE06E577-D836-40F2-953D-A5D0028D3E22}">
      <dgm:prSet phldrT="[Text]" custT="1"/>
      <dgm:spPr/>
      <dgm:t>
        <a:bodyPr/>
        <a:lstStyle/>
        <a:p>
          <a:r>
            <a:rPr lang="id-ID" sz="2400" i="1" dirty="0"/>
            <a:t>Economic</a:t>
          </a:r>
          <a:br>
            <a:rPr lang="id-ID" sz="2400" i="1" dirty="0"/>
          </a:br>
          <a:r>
            <a:rPr lang="id-ID" sz="1800" i="1" dirty="0"/>
            <a:t>(ROI, BEP)</a:t>
          </a:r>
          <a:endParaRPr lang="en-US" sz="2400" i="1" dirty="0"/>
        </a:p>
      </dgm:t>
    </dgm:pt>
    <dgm:pt modelId="{5251CE41-7ABC-43A8-9608-3198E1E61D86}" type="parTrans" cxnId="{41A79C01-21FB-44C8-BEE5-D96E7CD74D6D}">
      <dgm:prSet/>
      <dgm:spPr/>
      <dgm:t>
        <a:bodyPr/>
        <a:lstStyle/>
        <a:p>
          <a:endParaRPr lang="en-US"/>
        </a:p>
      </dgm:t>
    </dgm:pt>
    <dgm:pt modelId="{29B72ABA-86A8-41D8-93C5-7F00F73D8FCC}" type="sibTrans" cxnId="{41A79C01-21FB-44C8-BEE5-D96E7CD74D6D}">
      <dgm:prSet/>
      <dgm:spPr/>
      <dgm:t>
        <a:bodyPr/>
        <a:lstStyle/>
        <a:p>
          <a:endParaRPr lang="en-US"/>
        </a:p>
      </dgm:t>
    </dgm:pt>
    <dgm:pt modelId="{51EB28DD-B80F-456A-898F-0D4E9939CB4E}">
      <dgm:prSet phldrT="[Text]" custT="1"/>
      <dgm:spPr/>
      <dgm:t>
        <a:bodyPr/>
        <a:lstStyle/>
        <a:p>
          <a:r>
            <a:rPr lang="id-ID" sz="2400" i="1" dirty="0"/>
            <a:t>Organizational</a:t>
          </a:r>
          <a:br>
            <a:rPr lang="id-ID" sz="2400" i="1" dirty="0"/>
          </a:br>
          <a:r>
            <a:rPr lang="id-ID" sz="1800" i="1" dirty="0"/>
            <a:t>(Goals, Core Business)</a:t>
          </a:r>
          <a:endParaRPr lang="en-US" sz="2400" i="1" dirty="0"/>
        </a:p>
      </dgm:t>
    </dgm:pt>
    <dgm:pt modelId="{F3A3A02B-46F3-4111-ACB3-24BD7E696B1E}" type="parTrans" cxnId="{026BE468-E2C7-4E59-8BFE-9D0B40784E67}">
      <dgm:prSet/>
      <dgm:spPr/>
      <dgm:t>
        <a:bodyPr/>
        <a:lstStyle/>
        <a:p>
          <a:endParaRPr lang="en-US"/>
        </a:p>
      </dgm:t>
    </dgm:pt>
    <dgm:pt modelId="{4BBAE96B-3B54-468C-8071-E118E4129AC3}" type="sibTrans" cxnId="{026BE468-E2C7-4E59-8BFE-9D0B40784E67}">
      <dgm:prSet/>
      <dgm:spPr/>
      <dgm:t>
        <a:bodyPr/>
        <a:lstStyle/>
        <a:p>
          <a:endParaRPr lang="en-US"/>
        </a:p>
      </dgm:t>
    </dgm:pt>
    <dgm:pt modelId="{BB88A5CA-63C1-4D5E-ADF5-B26189D1827D}" type="pres">
      <dgm:prSet presAssocID="{F529C2DE-333E-410F-BD98-D31574E81CF0}" presName="Name0" presStyleCnt="0">
        <dgm:presLayoutVars>
          <dgm:dir/>
          <dgm:animLvl val="lvl"/>
          <dgm:resizeHandles val="exact"/>
        </dgm:presLayoutVars>
      </dgm:prSet>
      <dgm:spPr/>
    </dgm:pt>
    <dgm:pt modelId="{3839954D-AF0A-4C5F-9A68-4B5BFDBFE7BC}" type="pres">
      <dgm:prSet presAssocID="{1A473FB3-24AB-4E50-AA13-83CD33E1CF87}" presName="boxAndChildren" presStyleCnt="0"/>
      <dgm:spPr/>
    </dgm:pt>
    <dgm:pt modelId="{E8E17284-B414-4DB4-A12B-B474FABCB44E}" type="pres">
      <dgm:prSet presAssocID="{1A473FB3-24AB-4E50-AA13-83CD33E1CF87}" presName="parentTextBox" presStyleLbl="node1" presStyleIdx="0" presStyleCnt="2"/>
      <dgm:spPr/>
    </dgm:pt>
    <dgm:pt modelId="{97FAE442-987C-49AD-BDED-357B7AF3203C}" type="pres">
      <dgm:prSet presAssocID="{1A473FB3-24AB-4E50-AA13-83CD33E1CF87}" presName="entireBox" presStyleLbl="node1" presStyleIdx="0" presStyleCnt="2"/>
      <dgm:spPr/>
    </dgm:pt>
    <dgm:pt modelId="{A0772D33-4C82-4214-B50D-CB24F1EF57B9}" type="pres">
      <dgm:prSet presAssocID="{1A473FB3-24AB-4E50-AA13-83CD33E1CF87}" presName="descendantBox" presStyleCnt="0"/>
      <dgm:spPr/>
    </dgm:pt>
    <dgm:pt modelId="{52FBD962-DE35-4A7A-8CBF-499855F2E9BF}" type="pres">
      <dgm:prSet presAssocID="{FE8ED23C-1DA3-4F8D-8329-1428A0BBEA3D}" presName="childTextBox" presStyleLbl="fgAccFollowNode1" presStyleIdx="0" presStyleCnt="5">
        <dgm:presLayoutVars>
          <dgm:bulletEnabled val="1"/>
        </dgm:presLayoutVars>
      </dgm:prSet>
      <dgm:spPr/>
    </dgm:pt>
    <dgm:pt modelId="{EED28D97-86D5-4C73-A3AD-BC62E477C31A}" type="pres">
      <dgm:prSet presAssocID="{AE06E577-D836-40F2-953D-A5D0028D3E22}" presName="childTextBox" presStyleLbl="fgAccFollowNode1" presStyleIdx="1" presStyleCnt="5">
        <dgm:presLayoutVars>
          <dgm:bulletEnabled val="1"/>
        </dgm:presLayoutVars>
      </dgm:prSet>
      <dgm:spPr/>
    </dgm:pt>
    <dgm:pt modelId="{C48B36D3-1B95-452E-9023-9FD0C014D993}" type="pres">
      <dgm:prSet presAssocID="{51EB28DD-B80F-456A-898F-0D4E9939CB4E}" presName="childTextBox" presStyleLbl="fgAccFollowNode1" presStyleIdx="2" presStyleCnt="5">
        <dgm:presLayoutVars>
          <dgm:bulletEnabled val="1"/>
        </dgm:presLayoutVars>
      </dgm:prSet>
      <dgm:spPr/>
    </dgm:pt>
    <dgm:pt modelId="{A7CEEC3A-22CE-41E8-A1FD-2ADF81200A25}" type="pres">
      <dgm:prSet presAssocID="{EB321548-1ADE-468D-82EB-0F4E8B928A7E}" presName="sp" presStyleCnt="0"/>
      <dgm:spPr/>
    </dgm:pt>
    <dgm:pt modelId="{CCEEE4F9-A7C4-4742-A3AA-642E423D4B5B}" type="pres">
      <dgm:prSet presAssocID="{0BCA98B9-D9E1-4090-9007-2A0018C59B46}" presName="arrowAndChildren" presStyleCnt="0"/>
      <dgm:spPr/>
    </dgm:pt>
    <dgm:pt modelId="{93DF6007-D6A0-407C-8F09-716CD2226841}" type="pres">
      <dgm:prSet presAssocID="{0BCA98B9-D9E1-4090-9007-2A0018C59B46}" presName="parentTextArrow" presStyleLbl="node1" presStyleIdx="0" presStyleCnt="2"/>
      <dgm:spPr/>
    </dgm:pt>
    <dgm:pt modelId="{FB04BE2D-F5F5-4CCA-98C1-34F69690EC53}" type="pres">
      <dgm:prSet presAssocID="{0BCA98B9-D9E1-4090-9007-2A0018C59B46}" presName="arrow" presStyleLbl="node1" presStyleIdx="1" presStyleCnt="2" custLinFactNeighborX="-6374" custLinFactNeighborY="-4903"/>
      <dgm:spPr/>
    </dgm:pt>
    <dgm:pt modelId="{20293E44-E9C2-4A0D-9E00-BA4ED10BE491}" type="pres">
      <dgm:prSet presAssocID="{0BCA98B9-D9E1-4090-9007-2A0018C59B46}" presName="descendantArrow" presStyleCnt="0"/>
      <dgm:spPr/>
    </dgm:pt>
    <dgm:pt modelId="{4406362C-6F12-40B0-AF1C-171D414E0D8E}" type="pres">
      <dgm:prSet presAssocID="{6C72ABC7-5F0D-4F69-9BE5-86F2B220D2F5}" presName="childTextArrow" presStyleLbl="fgAccFollowNode1" presStyleIdx="3" presStyleCnt="5">
        <dgm:presLayoutVars>
          <dgm:bulletEnabled val="1"/>
        </dgm:presLayoutVars>
      </dgm:prSet>
      <dgm:spPr/>
    </dgm:pt>
    <dgm:pt modelId="{99F9971B-5C61-4A8D-82F4-7E7F20F063A1}" type="pres">
      <dgm:prSet presAssocID="{30A8D738-59D0-4B47-BD10-010A677F71B7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315F7D01-7819-4728-8077-B52D65723CB0}" srcId="{F529C2DE-333E-410F-BD98-D31574E81CF0}" destId="{0BCA98B9-D9E1-4090-9007-2A0018C59B46}" srcOrd="0" destOrd="0" parTransId="{4482DE4F-A68E-4F2A-89BC-420078E1CDC0}" sibTransId="{EB321548-1ADE-468D-82EB-0F4E8B928A7E}"/>
    <dgm:cxn modelId="{41A79C01-21FB-44C8-BEE5-D96E7CD74D6D}" srcId="{1A473FB3-24AB-4E50-AA13-83CD33E1CF87}" destId="{AE06E577-D836-40F2-953D-A5D0028D3E22}" srcOrd="1" destOrd="0" parTransId="{5251CE41-7ABC-43A8-9608-3198E1E61D86}" sibTransId="{29B72ABA-86A8-41D8-93C5-7F00F73D8FCC}"/>
    <dgm:cxn modelId="{13C30011-5E67-4935-8007-53C6756A75F7}" type="presOf" srcId="{0BCA98B9-D9E1-4090-9007-2A0018C59B46}" destId="{FB04BE2D-F5F5-4CCA-98C1-34F69690EC53}" srcOrd="1" destOrd="0" presId="urn:microsoft.com/office/officeart/2005/8/layout/process4"/>
    <dgm:cxn modelId="{A3431511-CB42-488B-A2F3-4CF585079F0C}" srcId="{1A473FB3-24AB-4E50-AA13-83CD33E1CF87}" destId="{FE8ED23C-1DA3-4F8D-8329-1428A0BBEA3D}" srcOrd="0" destOrd="0" parTransId="{6A59844A-62CA-4E09-9D5B-A42E1E080128}" sibTransId="{463155DE-2885-400C-A0E9-69D5E086F9BC}"/>
    <dgm:cxn modelId="{7C84BA1C-7E53-4B2F-9192-06CB29082616}" srcId="{0BCA98B9-D9E1-4090-9007-2A0018C59B46}" destId="{6C72ABC7-5F0D-4F69-9BE5-86F2B220D2F5}" srcOrd="0" destOrd="0" parTransId="{02FFCE7D-44CA-45DC-B186-7685F0C70459}" sibTransId="{15739A02-65E1-4D21-978C-21987800CB2C}"/>
    <dgm:cxn modelId="{ACAC3236-C636-45F1-9771-304319835AC6}" type="presOf" srcId="{0BCA98B9-D9E1-4090-9007-2A0018C59B46}" destId="{93DF6007-D6A0-407C-8F09-716CD2226841}" srcOrd="0" destOrd="0" presId="urn:microsoft.com/office/officeart/2005/8/layout/process4"/>
    <dgm:cxn modelId="{C6E40457-EADF-499D-8E9C-0C903C04CCD9}" srcId="{0BCA98B9-D9E1-4090-9007-2A0018C59B46}" destId="{30A8D738-59D0-4B47-BD10-010A677F71B7}" srcOrd="1" destOrd="0" parTransId="{B851C11C-9FAB-40B4-8C18-5D59950B4F85}" sibTransId="{29B8B599-5FC4-4050-8C4B-B3CD015508C6}"/>
    <dgm:cxn modelId="{E0457B5E-BBF1-42A0-A46E-983D03BDC33B}" type="presOf" srcId="{30A8D738-59D0-4B47-BD10-010A677F71B7}" destId="{99F9971B-5C61-4A8D-82F4-7E7F20F063A1}" srcOrd="0" destOrd="0" presId="urn:microsoft.com/office/officeart/2005/8/layout/process4"/>
    <dgm:cxn modelId="{6EBE935F-6F51-42ED-A476-0B7E9EEA659B}" type="presOf" srcId="{AE06E577-D836-40F2-953D-A5D0028D3E22}" destId="{EED28D97-86D5-4C73-A3AD-BC62E477C31A}" srcOrd="0" destOrd="0" presId="urn:microsoft.com/office/officeart/2005/8/layout/process4"/>
    <dgm:cxn modelId="{77CEB262-2F83-4AD9-8491-7EBECF6E8095}" type="presOf" srcId="{FE8ED23C-1DA3-4F8D-8329-1428A0BBEA3D}" destId="{52FBD962-DE35-4A7A-8CBF-499855F2E9BF}" srcOrd="0" destOrd="0" presId="urn:microsoft.com/office/officeart/2005/8/layout/process4"/>
    <dgm:cxn modelId="{026BE468-E2C7-4E59-8BFE-9D0B40784E67}" srcId="{1A473FB3-24AB-4E50-AA13-83CD33E1CF87}" destId="{51EB28DD-B80F-456A-898F-0D4E9939CB4E}" srcOrd="2" destOrd="0" parTransId="{F3A3A02B-46F3-4111-ACB3-24BD7E696B1E}" sibTransId="{4BBAE96B-3B54-468C-8071-E118E4129AC3}"/>
    <dgm:cxn modelId="{60BD546D-E244-490C-9C81-08111E9BDC56}" type="presOf" srcId="{6C72ABC7-5F0D-4F69-9BE5-86F2B220D2F5}" destId="{4406362C-6F12-40B0-AF1C-171D414E0D8E}" srcOrd="0" destOrd="0" presId="urn:microsoft.com/office/officeart/2005/8/layout/process4"/>
    <dgm:cxn modelId="{8AA4407D-D605-43C7-8CFE-A0915B4598B2}" type="presOf" srcId="{F529C2DE-333E-410F-BD98-D31574E81CF0}" destId="{BB88A5CA-63C1-4D5E-ADF5-B26189D1827D}" srcOrd="0" destOrd="0" presId="urn:microsoft.com/office/officeart/2005/8/layout/process4"/>
    <dgm:cxn modelId="{44A42892-59B3-44C4-BFBC-3B41C27D6E3B}" type="presOf" srcId="{1A473FB3-24AB-4E50-AA13-83CD33E1CF87}" destId="{97FAE442-987C-49AD-BDED-357B7AF3203C}" srcOrd="1" destOrd="0" presId="urn:microsoft.com/office/officeart/2005/8/layout/process4"/>
    <dgm:cxn modelId="{DCC9E29D-5D8B-44B9-85B0-DB084FDC639C}" srcId="{F529C2DE-333E-410F-BD98-D31574E81CF0}" destId="{1A473FB3-24AB-4E50-AA13-83CD33E1CF87}" srcOrd="1" destOrd="0" parTransId="{C266BA16-5B2C-4F29-894A-C02E13044EE2}" sibTransId="{312F3B91-C3D7-4966-9FB6-186C771A9164}"/>
    <dgm:cxn modelId="{33B2F5CA-9ABB-4B33-A886-33E2DC4D2220}" type="presOf" srcId="{1A473FB3-24AB-4E50-AA13-83CD33E1CF87}" destId="{E8E17284-B414-4DB4-A12B-B474FABCB44E}" srcOrd="0" destOrd="0" presId="urn:microsoft.com/office/officeart/2005/8/layout/process4"/>
    <dgm:cxn modelId="{987ACAE4-A922-47CA-942A-ACB5946EF611}" type="presOf" srcId="{51EB28DD-B80F-456A-898F-0D4E9939CB4E}" destId="{C48B36D3-1B95-452E-9023-9FD0C014D993}" srcOrd="0" destOrd="0" presId="urn:microsoft.com/office/officeart/2005/8/layout/process4"/>
    <dgm:cxn modelId="{FE59062A-7A83-47E3-A219-F6A5F5DC65B6}" type="presParOf" srcId="{BB88A5CA-63C1-4D5E-ADF5-B26189D1827D}" destId="{3839954D-AF0A-4C5F-9A68-4B5BFDBFE7BC}" srcOrd="0" destOrd="0" presId="urn:microsoft.com/office/officeart/2005/8/layout/process4"/>
    <dgm:cxn modelId="{20A61832-E726-457C-9C7D-4EF5A44629F3}" type="presParOf" srcId="{3839954D-AF0A-4C5F-9A68-4B5BFDBFE7BC}" destId="{E8E17284-B414-4DB4-A12B-B474FABCB44E}" srcOrd="0" destOrd="0" presId="urn:microsoft.com/office/officeart/2005/8/layout/process4"/>
    <dgm:cxn modelId="{634B1E5F-48AE-4409-9934-1F6737BD1926}" type="presParOf" srcId="{3839954D-AF0A-4C5F-9A68-4B5BFDBFE7BC}" destId="{97FAE442-987C-49AD-BDED-357B7AF3203C}" srcOrd="1" destOrd="0" presId="urn:microsoft.com/office/officeart/2005/8/layout/process4"/>
    <dgm:cxn modelId="{99DFAD64-F179-4BBD-85AF-39F1926A8907}" type="presParOf" srcId="{3839954D-AF0A-4C5F-9A68-4B5BFDBFE7BC}" destId="{A0772D33-4C82-4214-B50D-CB24F1EF57B9}" srcOrd="2" destOrd="0" presId="urn:microsoft.com/office/officeart/2005/8/layout/process4"/>
    <dgm:cxn modelId="{DF214787-F7B9-4781-AB37-2620DE545BA8}" type="presParOf" srcId="{A0772D33-4C82-4214-B50D-CB24F1EF57B9}" destId="{52FBD962-DE35-4A7A-8CBF-499855F2E9BF}" srcOrd="0" destOrd="0" presId="urn:microsoft.com/office/officeart/2005/8/layout/process4"/>
    <dgm:cxn modelId="{0FD7DFF5-9819-4035-BD7A-9D13683F95F6}" type="presParOf" srcId="{A0772D33-4C82-4214-B50D-CB24F1EF57B9}" destId="{EED28D97-86D5-4C73-A3AD-BC62E477C31A}" srcOrd="1" destOrd="0" presId="urn:microsoft.com/office/officeart/2005/8/layout/process4"/>
    <dgm:cxn modelId="{267C4A25-EDC6-4906-A39D-6F083E72069F}" type="presParOf" srcId="{A0772D33-4C82-4214-B50D-CB24F1EF57B9}" destId="{C48B36D3-1B95-452E-9023-9FD0C014D993}" srcOrd="2" destOrd="0" presId="urn:microsoft.com/office/officeart/2005/8/layout/process4"/>
    <dgm:cxn modelId="{1EA97D92-00F7-431C-BCA0-6D45C6070CEB}" type="presParOf" srcId="{BB88A5CA-63C1-4D5E-ADF5-B26189D1827D}" destId="{A7CEEC3A-22CE-41E8-A1FD-2ADF81200A25}" srcOrd="1" destOrd="0" presId="urn:microsoft.com/office/officeart/2005/8/layout/process4"/>
    <dgm:cxn modelId="{A85AC1F7-4B5C-4548-94D4-06115CEB0071}" type="presParOf" srcId="{BB88A5CA-63C1-4D5E-ADF5-B26189D1827D}" destId="{CCEEE4F9-A7C4-4742-A3AA-642E423D4B5B}" srcOrd="2" destOrd="0" presId="urn:microsoft.com/office/officeart/2005/8/layout/process4"/>
    <dgm:cxn modelId="{4BE45BE6-5FF5-4798-887F-1856FC824C5C}" type="presParOf" srcId="{CCEEE4F9-A7C4-4742-A3AA-642E423D4B5B}" destId="{93DF6007-D6A0-407C-8F09-716CD2226841}" srcOrd="0" destOrd="0" presId="urn:microsoft.com/office/officeart/2005/8/layout/process4"/>
    <dgm:cxn modelId="{ED973595-40A4-4DDE-8EC4-69E117F5D1C1}" type="presParOf" srcId="{CCEEE4F9-A7C4-4742-A3AA-642E423D4B5B}" destId="{FB04BE2D-F5F5-4CCA-98C1-34F69690EC53}" srcOrd="1" destOrd="0" presId="urn:microsoft.com/office/officeart/2005/8/layout/process4"/>
    <dgm:cxn modelId="{158A4F4E-5343-44A4-80CC-4BEE6DBB0CED}" type="presParOf" srcId="{CCEEE4F9-A7C4-4742-A3AA-642E423D4B5B}" destId="{20293E44-E9C2-4A0D-9E00-BA4ED10BE491}" srcOrd="2" destOrd="0" presId="urn:microsoft.com/office/officeart/2005/8/layout/process4"/>
    <dgm:cxn modelId="{D5D5BD87-3D38-4872-93E5-89931C1A19B3}" type="presParOf" srcId="{20293E44-E9C2-4A0D-9E00-BA4ED10BE491}" destId="{4406362C-6F12-40B0-AF1C-171D414E0D8E}" srcOrd="0" destOrd="0" presId="urn:microsoft.com/office/officeart/2005/8/layout/process4"/>
    <dgm:cxn modelId="{69BC2CB7-85D8-4435-83B8-10FE27B82473}" type="presParOf" srcId="{20293E44-E9C2-4A0D-9E00-BA4ED10BE491}" destId="{99F9971B-5C61-4A8D-82F4-7E7F20F063A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A6EB6E-7652-41B1-9998-87AAF0E0ECC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B55E9C0-D70A-40D3-B06D-F9A9CEF28A39}">
      <dgm:prSet/>
      <dgm:spPr/>
      <dgm:t>
        <a:bodyPr/>
        <a:lstStyle/>
        <a:p>
          <a:r>
            <a:rPr lang="en-US"/>
            <a:t>A formalized approach to implementing the Software Development Life Cycle (SDLC) </a:t>
          </a:r>
          <a:r>
            <a:rPr lang="en-US" i="1"/>
            <a:t>(Dennis, 2012)</a:t>
          </a:r>
          <a:endParaRPr lang="en-US"/>
        </a:p>
      </dgm:t>
    </dgm:pt>
    <dgm:pt modelId="{A8C50777-77F2-43E8-926C-E82EF6DB8422}" type="parTrans" cxnId="{576C948C-1E24-465D-AF16-0CF6DDFF73BE}">
      <dgm:prSet/>
      <dgm:spPr/>
      <dgm:t>
        <a:bodyPr/>
        <a:lstStyle/>
        <a:p>
          <a:endParaRPr lang="en-US"/>
        </a:p>
      </dgm:t>
    </dgm:pt>
    <dgm:pt modelId="{B3676A02-C67C-4E37-9E5C-7DA7D21BEF9F}" type="sibTrans" cxnId="{576C948C-1E24-465D-AF16-0CF6DDFF73BE}">
      <dgm:prSet/>
      <dgm:spPr/>
      <dgm:t>
        <a:bodyPr/>
        <a:lstStyle/>
        <a:p>
          <a:endParaRPr lang="en-US"/>
        </a:p>
      </dgm:t>
    </dgm:pt>
    <dgm:pt modelId="{7754F8AE-CD98-49E0-814B-4239CC4D44E4}">
      <dgm:prSet/>
      <dgm:spPr/>
      <dgm:t>
        <a:bodyPr/>
        <a:lstStyle/>
        <a:p>
          <a:r>
            <a:rPr lang="en-US"/>
            <a:t>A simplified representation of a software process </a:t>
          </a:r>
          <a:r>
            <a:rPr lang="en-US" i="1"/>
            <a:t>(Sommerville, 2015)</a:t>
          </a:r>
          <a:endParaRPr lang="en-US"/>
        </a:p>
      </dgm:t>
    </dgm:pt>
    <dgm:pt modelId="{7D8032E5-9CAE-414E-A98A-20167410E098}" type="parTrans" cxnId="{F58C1A7C-9A71-4F3B-BA34-D88FF8837E56}">
      <dgm:prSet/>
      <dgm:spPr/>
      <dgm:t>
        <a:bodyPr/>
        <a:lstStyle/>
        <a:p>
          <a:endParaRPr lang="en-US"/>
        </a:p>
      </dgm:t>
    </dgm:pt>
    <dgm:pt modelId="{D07496B3-C149-466C-9C60-59269348D638}" type="sibTrans" cxnId="{F58C1A7C-9A71-4F3B-BA34-D88FF8837E56}">
      <dgm:prSet/>
      <dgm:spPr/>
      <dgm:t>
        <a:bodyPr/>
        <a:lstStyle/>
        <a:p>
          <a:endParaRPr lang="en-US"/>
        </a:p>
      </dgm:t>
    </dgm:pt>
    <dgm:pt modelId="{FBD87284-D240-4543-8F3E-8E577B5E1021}">
      <dgm:prSet/>
      <dgm:spPr/>
      <dgm:t>
        <a:bodyPr/>
        <a:lstStyle/>
        <a:p>
          <a:r>
            <a:rPr lang="en-US"/>
            <a:t>A distinct set of activities, actions, tasks, milestones, and work products required to engineer high quality software  </a:t>
          </a:r>
          <a:r>
            <a:rPr lang="en-US" i="1"/>
            <a:t>(Pressman, 2015)</a:t>
          </a:r>
          <a:endParaRPr lang="en-US"/>
        </a:p>
      </dgm:t>
    </dgm:pt>
    <dgm:pt modelId="{D726DDB7-09BE-464B-A6C2-D76AA459A82E}" type="parTrans" cxnId="{9613A2E3-D0E8-4562-AA3A-39F26047701A}">
      <dgm:prSet/>
      <dgm:spPr/>
      <dgm:t>
        <a:bodyPr/>
        <a:lstStyle/>
        <a:p>
          <a:endParaRPr lang="en-US"/>
        </a:p>
      </dgm:t>
    </dgm:pt>
    <dgm:pt modelId="{01B333D9-E04C-454D-AC73-F0937387B7C6}" type="sibTrans" cxnId="{9613A2E3-D0E8-4562-AA3A-39F26047701A}">
      <dgm:prSet/>
      <dgm:spPr/>
      <dgm:t>
        <a:bodyPr/>
        <a:lstStyle/>
        <a:p>
          <a:endParaRPr lang="en-US"/>
        </a:p>
      </dgm:t>
    </dgm:pt>
    <dgm:pt modelId="{C2BE6D8A-A6B1-484A-95B5-52E14BECD10C}" type="pres">
      <dgm:prSet presAssocID="{FDA6EB6E-7652-41B1-9998-87AAF0E0ECCC}" presName="root" presStyleCnt="0">
        <dgm:presLayoutVars>
          <dgm:dir/>
          <dgm:resizeHandles val="exact"/>
        </dgm:presLayoutVars>
      </dgm:prSet>
      <dgm:spPr/>
    </dgm:pt>
    <dgm:pt modelId="{EC8EC8A4-F7D8-4F48-A024-BA251B88EB46}" type="pres">
      <dgm:prSet presAssocID="{AB55E9C0-D70A-40D3-B06D-F9A9CEF28A39}" presName="compNode" presStyleCnt="0"/>
      <dgm:spPr/>
    </dgm:pt>
    <dgm:pt modelId="{E6204E09-98B3-4089-BA61-37782531B1D4}" type="pres">
      <dgm:prSet presAssocID="{AB55E9C0-D70A-40D3-B06D-F9A9CEF28A39}" presName="bgRect" presStyleLbl="bgShp" presStyleIdx="0" presStyleCnt="3"/>
      <dgm:spPr/>
    </dgm:pt>
    <dgm:pt modelId="{DFBD0F06-57CC-47FC-92CB-073CCD46AC28}" type="pres">
      <dgm:prSet presAssocID="{AB55E9C0-D70A-40D3-B06D-F9A9CEF28A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2483F149-DCB6-4EDD-90B5-956048A76D09}" type="pres">
      <dgm:prSet presAssocID="{AB55E9C0-D70A-40D3-B06D-F9A9CEF28A39}" presName="spaceRect" presStyleCnt="0"/>
      <dgm:spPr/>
    </dgm:pt>
    <dgm:pt modelId="{3063C0B8-DE84-4B3B-9A65-EF302A172E05}" type="pres">
      <dgm:prSet presAssocID="{AB55E9C0-D70A-40D3-B06D-F9A9CEF28A39}" presName="parTx" presStyleLbl="revTx" presStyleIdx="0" presStyleCnt="3">
        <dgm:presLayoutVars>
          <dgm:chMax val="0"/>
          <dgm:chPref val="0"/>
        </dgm:presLayoutVars>
      </dgm:prSet>
      <dgm:spPr/>
    </dgm:pt>
    <dgm:pt modelId="{80392169-5C5A-400A-9E0D-52EEF45CE077}" type="pres">
      <dgm:prSet presAssocID="{B3676A02-C67C-4E37-9E5C-7DA7D21BEF9F}" presName="sibTrans" presStyleCnt="0"/>
      <dgm:spPr/>
    </dgm:pt>
    <dgm:pt modelId="{24115894-7F54-433A-A496-141D58E5ACEB}" type="pres">
      <dgm:prSet presAssocID="{7754F8AE-CD98-49E0-814B-4239CC4D44E4}" presName="compNode" presStyleCnt="0"/>
      <dgm:spPr/>
    </dgm:pt>
    <dgm:pt modelId="{9C919EF9-5134-47DA-A677-81F49CD15800}" type="pres">
      <dgm:prSet presAssocID="{7754F8AE-CD98-49E0-814B-4239CC4D44E4}" presName="bgRect" presStyleLbl="bgShp" presStyleIdx="1" presStyleCnt="3"/>
      <dgm:spPr/>
    </dgm:pt>
    <dgm:pt modelId="{E897A3D7-55A6-4223-9B4F-1B98C59780B0}" type="pres">
      <dgm:prSet presAssocID="{7754F8AE-CD98-49E0-814B-4239CC4D44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B8556C58-9FC5-41F9-BA05-8FCBE610E204}" type="pres">
      <dgm:prSet presAssocID="{7754F8AE-CD98-49E0-814B-4239CC4D44E4}" presName="spaceRect" presStyleCnt="0"/>
      <dgm:spPr/>
    </dgm:pt>
    <dgm:pt modelId="{4E0EA248-35AE-4DF0-A761-09BA15430091}" type="pres">
      <dgm:prSet presAssocID="{7754F8AE-CD98-49E0-814B-4239CC4D44E4}" presName="parTx" presStyleLbl="revTx" presStyleIdx="1" presStyleCnt="3">
        <dgm:presLayoutVars>
          <dgm:chMax val="0"/>
          <dgm:chPref val="0"/>
        </dgm:presLayoutVars>
      </dgm:prSet>
      <dgm:spPr/>
    </dgm:pt>
    <dgm:pt modelId="{D1B5190D-4FD4-47B6-8ACF-2950F1C245AA}" type="pres">
      <dgm:prSet presAssocID="{D07496B3-C149-466C-9C60-59269348D638}" presName="sibTrans" presStyleCnt="0"/>
      <dgm:spPr/>
    </dgm:pt>
    <dgm:pt modelId="{7550E59D-5C52-4686-986E-641014D7EEE3}" type="pres">
      <dgm:prSet presAssocID="{FBD87284-D240-4543-8F3E-8E577B5E1021}" presName="compNode" presStyleCnt="0"/>
      <dgm:spPr/>
    </dgm:pt>
    <dgm:pt modelId="{8B7398B0-FAC6-4508-8035-259695D67B3A}" type="pres">
      <dgm:prSet presAssocID="{FBD87284-D240-4543-8F3E-8E577B5E1021}" presName="bgRect" presStyleLbl="bgShp" presStyleIdx="2" presStyleCnt="3"/>
      <dgm:spPr/>
    </dgm:pt>
    <dgm:pt modelId="{D9626CED-1572-4F68-B327-FAF2C69D873D}" type="pres">
      <dgm:prSet presAssocID="{FBD87284-D240-4543-8F3E-8E577B5E10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9A11EF57-F5EC-44D2-90E2-F7658AF674C2}" type="pres">
      <dgm:prSet presAssocID="{FBD87284-D240-4543-8F3E-8E577B5E1021}" presName="spaceRect" presStyleCnt="0"/>
      <dgm:spPr/>
    </dgm:pt>
    <dgm:pt modelId="{30ADA4B2-F291-439D-94AE-272BAEAE1A3A}" type="pres">
      <dgm:prSet presAssocID="{FBD87284-D240-4543-8F3E-8E577B5E102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B982C03-9979-4C8F-9EF9-1CA734CF803B}" type="presOf" srcId="{AB55E9C0-D70A-40D3-B06D-F9A9CEF28A39}" destId="{3063C0B8-DE84-4B3B-9A65-EF302A172E05}" srcOrd="0" destOrd="0" presId="urn:microsoft.com/office/officeart/2018/2/layout/IconVerticalSolidList"/>
    <dgm:cxn modelId="{35737F35-E291-4DBB-A910-4D006D6F3EEF}" type="presOf" srcId="{FDA6EB6E-7652-41B1-9998-87AAF0E0ECCC}" destId="{C2BE6D8A-A6B1-484A-95B5-52E14BECD10C}" srcOrd="0" destOrd="0" presId="urn:microsoft.com/office/officeart/2018/2/layout/IconVerticalSolidList"/>
    <dgm:cxn modelId="{F58C1A7C-9A71-4F3B-BA34-D88FF8837E56}" srcId="{FDA6EB6E-7652-41B1-9998-87AAF0E0ECCC}" destId="{7754F8AE-CD98-49E0-814B-4239CC4D44E4}" srcOrd="1" destOrd="0" parTransId="{7D8032E5-9CAE-414E-A98A-20167410E098}" sibTransId="{D07496B3-C149-466C-9C60-59269348D638}"/>
    <dgm:cxn modelId="{F0649287-BC0F-4589-A089-474500C28675}" type="presOf" srcId="{7754F8AE-CD98-49E0-814B-4239CC4D44E4}" destId="{4E0EA248-35AE-4DF0-A761-09BA15430091}" srcOrd="0" destOrd="0" presId="urn:microsoft.com/office/officeart/2018/2/layout/IconVerticalSolidList"/>
    <dgm:cxn modelId="{576C948C-1E24-465D-AF16-0CF6DDFF73BE}" srcId="{FDA6EB6E-7652-41B1-9998-87AAF0E0ECCC}" destId="{AB55E9C0-D70A-40D3-B06D-F9A9CEF28A39}" srcOrd="0" destOrd="0" parTransId="{A8C50777-77F2-43E8-926C-E82EF6DB8422}" sibTransId="{B3676A02-C67C-4E37-9E5C-7DA7D21BEF9F}"/>
    <dgm:cxn modelId="{C2ACFAB5-61C9-484C-A9DC-40A59D94B484}" type="presOf" srcId="{FBD87284-D240-4543-8F3E-8E577B5E1021}" destId="{30ADA4B2-F291-439D-94AE-272BAEAE1A3A}" srcOrd="0" destOrd="0" presId="urn:microsoft.com/office/officeart/2018/2/layout/IconVerticalSolidList"/>
    <dgm:cxn modelId="{9613A2E3-D0E8-4562-AA3A-39F26047701A}" srcId="{FDA6EB6E-7652-41B1-9998-87AAF0E0ECCC}" destId="{FBD87284-D240-4543-8F3E-8E577B5E1021}" srcOrd="2" destOrd="0" parTransId="{D726DDB7-09BE-464B-A6C2-D76AA459A82E}" sibTransId="{01B333D9-E04C-454D-AC73-F0937387B7C6}"/>
    <dgm:cxn modelId="{1B9F9515-FC59-48A2-8CCB-D9D8A2885315}" type="presParOf" srcId="{C2BE6D8A-A6B1-484A-95B5-52E14BECD10C}" destId="{EC8EC8A4-F7D8-4F48-A024-BA251B88EB46}" srcOrd="0" destOrd="0" presId="urn:microsoft.com/office/officeart/2018/2/layout/IconVerticalSolidList"/>
    <dgm:cxn modelId="{0C1574F7-25E4-4512-B32F-758B41EC7CE6}" type="presParOf" srcId="{EC8EC8A4-F7D8-4F48-A024-BA251B88EB46}" destId="{E6204E09-98B3-4089-BA61-37782531B1D4}" srcOrd="0" destOrd="0" presId="urn:microsoft.com/office/officeart/2018/2/layout/IconVerticalSolidList"/>
    <dgm:cxn modelId="{07860FD3-DC29-462E-A6BF-3F75DD5713E2}" type="presParOf" srcId="{EC8EC8A4-F7D8-4F48-A024-BA251B88EB46}" destId="{DFBD0F06-57CC-47FC-92CB-073CCD46AC28}" srcOrd="1" destOrd="0" presId="urn:microsoft.com/office/officeart/2018/2/layout/IconVerticalSolidList"/>
    <dgm:cxn modelId="{03196088-BC42-4F85-ABFC-25A36DB1CF34}" type="presParOf" srcId="{EC8EC8A4-F7D8-4F48-A024-BA251B88EB46}" destId="{2483F149-DCB6-4EDD-90B5-956048A76D09}" srcOrd="2" destOrd="0" presId="urn:microsoft.com/office/officeart/2018/2/layout/IconVerticalSolidList"/>
    <dgm:cxn modelId="{A2E97070-D2BA-41A1-B6D0-395BA34DF051}" type="presParOf" srcId="{EC8EC8A4-F7D8-4F48-A024-BA251B88EB46}" destId="{3063C0B8-DE84-4B3B-9A65-EF302A172E05}" srcOrd="3" destOrd="0" presId="urn:microsoft.com/office/officeart/2018/2/layout/IconVerticalSolidList"/>
    <dgm:cxn modelId="{97619764-5965-444A-9670-8D316750BA67}" type="presParOf" srcId="{C2BE6D8A-A6B1-484A-95B5-52E14BECD10C}" destId="{80392169-5C5A-400A-9E0D-52EEF45CE077}" srcOrd="1" destOrd="0" presId="urn:microsoft.com/office/officeart/2018/2/layout/IconVerticalSolidList"/>
    <dgm:cxn modelId="{269DA367-5D59-461A-AF7D-7ABFC101AFE0}" type="presParOf" srcId="{C2BE6D8A-A6B1-484A-95B5-52E14BECD10C}" destId="{24115894-7F54-433A-A496-141D58E5ACEB}" srcOrd="2" destOrd="0" presId="urn:microsoft.com/office/officeart/2018/2/layout/IconVerticalSolidList"/>
    <dgm:cxn modelId="{CA85062D-77D6-4383-8FC3-65AA5B862CFE}" type="presParOf" srcId="{24115894-7F54-433A-A496-141D58E5ACEB}" destId="{9C919EF9-5134-47DA-A677-81F49CD15800}" srcOrd="0" destOrd="0" presId="urn:microsoft.com/office/officeart/2018/2/layout/IconVerticalSolidList"/>
    <dgm:cxn modelId="{20D4550C-499B-4338-AC1D-A19651B5747B}" type="presParOf" srcId="{24115894-7F54-433A-A496-141D58E5ACEB}" destId="{E897A3D7-55A6-4223-9B4F-1B98C59780B0}" srcOrd="1" destOrd="0" presId="urn:microsoft.com/office/officeart/2018/2/layout/IconVerticalSolidList"/>
    <dgm:cxn modelId="{1F6D7A8B-FBC5-4DAE-9804-1E7B44111325}" type="presParOf" srcId="{24115894-7F54-433A-A496-141D58E5ACEB}" destId="{B8556C58-9FC5-41F9-BA05-8FCBE610E204}" srcOrd="2" destOrd="0" presId="urn:microsoft.com/office/officeart/2018/2/layout/IconVerticalSolidList"/>
    <dgm:cxn modelId="{4F16858B-57DA-438C-9AAB-7D6621348AE3}" type="presParOf" srcId="{24115894-7F54-433A-A496-141D58E5ACEB}" destId="{4E0EA248-35AE-4DF0-A761-09BA15430091}" srcOrd="3" destOrd="0" presId="urn:microsoft.com/office/officeart/2018/2/layout/IconVerticalSolidList"/>
    <dgm:cxn modelId="{EF19A298-4E7C-40EF-AB37-F3BA198F707A}" type="presParOf" srcId="{C2BE6D8A-A6B1-484A-95B5-52E14BECD10C}" destId="{D1B5190D-4FD4-47B6-8ACF-2950F1C245AA}" srcOrd="3" destOrd="0" presId="urn:microsoft.com/office/officeart/2018/2/layout/IconVerticalSolidList"/>
    <dgm:cxn modelId="{72C6B110-8DD6-4388-B274-6144317F6569}" type="presParOf" srcId="{C2BE6D8A-A6B1-484A-95B5-52E14BECD10C}" destId="{7550E59D-5C52-4686-986E-641014D7EEE3}" srcOrd="4" destOrd="0" presId="urn:microsoft.com/office/officeart/2018/2/layout/IconVerticalSolidList"/>
    <dgm:cxn modelId="{5D388379-FC65-4FA2-BBF5-C3A34083153F}" type="presParOf" srcId="{7550E59D-5C52-4686-986E-641014D7EEE3}" destId="{8B7398B0-FAC6-4508-8035-259695D67B3A}" srcOrd="0" destOrd="0" presId="urn:microsoft.com/office/officeart/2018/2/layout/IconVerticalSolidList"/>
    <dgm:cxn modelId="{6EC4535D-E8B0-4674-972F-A21468DCFE88}" type="presParOf" srcId="{7550E59D-5C52-4686-986E-641014D7EEE3}" destId="{D9626CED-1572-4F68-B327-FAF2C69D873D}" srcOrd="1" destOrd="0" presId="urn:microsoft.com/office/officeart/2018/2/layout/IconVerticalSolidList"/>
    <dgm:cxn modelId="{BBAEC103-63A1-427F-A146-5705C4E54E98}" type="presParOf" srcId="{7550E59D-5C52-4686-986E-641014D7EEE3}" destId="{9A11EF57-F5EC-44D2-90E2-F7658AF674C2}" srcOrd="2" destOrd="0" presId="urn:microsoft.com/office/officeart/2018/2/layout/IconVerticalSolidList"/>
    <dgm:cxn modelId="{9818DDA1-853E-46D1-838C-E6508DA69A04}" type="presParOf" srcId="{7550E59D-5C52-4686-986E-641014D7EEE3}" destId="{30ADA4B2-F291-439D-94AE-272BAEAE1A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591640-DE09-469A-B473-02E730D2221D}" type="doc">
      <dgm:prSet loTypeId="urn:microsoft.com/office/officeart/2005/8/layout/arrow4" loCatId="relationship" qsTypeId="urn:microsoft.com/office/officeart/2005/8/quickstyle/simple5" qsCatId="simple" csTypeId="urn:microsoft.com/office/officeart/2005/8/colors/accent2_3" csCatId="accent2" phldr="1"/>
      <dgm:spPr/>
      <dgm:t>
        <a:bodyPr/>
        <a:lstStyle/>
        <a:p>
          <a:endParaRPr lang="id-ID"/>
        </a:p>
      </dgm:t>
    </dgm:pt>
    <dgm:pt modelId="{9890A753-5EC6-4F41-A179-F506704DE0BA}">
      <dgm:prSet phldrT="[Text]" custT="1"/>
      <dgm:spPr/>
      <dgm:t>
        <a:bodyPr/>
        <a:lstStyle/>
        <a:p>
          <a:r>
            <a:rPr lang="en-US" sz="2000" dirty="0">
              <a:solidFill>
                <a:schemeClr val="accent2">
                  <a:lumMod val="50000"/>
                </a:schemeClr>
              </a:solidFill>
            </a:rPr>
            <a:t>More Prescriptive/</a:t>
          </a:r>
          <a:br>
            <a:rPr lang="en-US" sz="2000" dirty="0">
              <a:solidFill>
                <a:schemeClr val="accent2">
                  <a:lumMod val="50000"/>
                </a:schemeClr>
              </a:solidFill>
            </a:rPr>
          </a:br>
          <a:r>
            <a:rPr lang="en-US" sz="2000" dirty="0">
              <a:solidFill>
                <a:schemeClr val="accent2">
                  <a:lumMod val="50000"/>
                </a:schemeClr>
              </a:solidFill>
            </a:rPr>
            <a:t>Documentation</a:t>
          </a:r>
          <a:endParaRPr lang="id-ID" sz="2000" dirty="0">
            <a:solidFill>
              <a:schemeClr val="accent2">
                <a:lumMod val="50000"/>
              </a:schemeClr>
            </a:solidFill>
          </a:endParaRPr>
        </a:p>
      </dgm:t>
    </dgm:pt>
    <dgm:pt modelId="{935AB2A8-90D8-41DC-BFE9-4CE4134EA731}" type="parTrans" cxnId="{E6FD23EE-C4AC-447B-A599-C3C02142A893}">
      <dgm:prSet/>
      <dgm:spPr/>
      <dgm:t>
        <a:bodyPr/>
        <a:lstStyle/>
        <a:p>
          <a:endParaRPr lang="id-ID"/>
        </a:p>
      </dgm:t>
    </dgm:pt>
    <dgm:pt modelId="{BD2727ED-F2C8-4C27-8AF6-BC854BA7422F}" type="sibTrans" cxnId="{E6FD23EE-C4AC-447B-A599-C3C02142A893}">
      <dgm:prSet/>
      <dgm:spPr/>
      <dgm:t>
        <a:bodyPr/>
        <a:lstStyle/>
        <a:p>
          <a:endParaRPr lang="id-ID"/>
        </a:p>
      </dgm:t>
    </dgm:pt>
    <dgm:pt modelId="{251A5DEB-E8A8-4317-9FCC-F6CEA22C259D}">
      <dgm:prSet phldrT="[Text]" custT="1"/>
      <dgm:spPr/>
      <dgm:t>
        <a:bodyPr/>
        <a:lstStyle/>
        <a:p>
          <a:r>
            <a:rPr lang="en-US" sz="2000" dirty="0">
              <a:solidFill>
                <a:schemeClr val="accent2">
                  <a:lumMod val="75000"/>
                </a:schemeClr>
              </a:solidFill>
            </a:rPr>
            <a:t>More</a:t>
          </a:r>
          <a:br>
            <a:rPr lang="en-US" sz="2000" dirty="0">
              <a:solidFill>
                <a:schemeClr val="accent2">
                  <a:lumMod val="75000"/>
                </a:schemeClr>
              </a:solidFill>
            </a:rPr>
          </a:br>
          <a:r>
            <a:rPr lang="en-US" sz="2000" dirty="0">
              <a:solidFill>
                <a:schemeClr val="accent2">
                  <a:lumMod val="75000"/>
                </a:schemeClr>
              </a:solidFill>
            </a:rPr>
            <a:t>Adaptive/</a:t>
          </a:r>
          <a:br>
            <a:rPr lang="en-US" sz="2000" dirty="0">
              <a:solidFill>
                <a:schemeClr val="accent2">
                  <a:lumMod val="75000"/>
                </a:schemeClr>
              </a:solidFill>
            </a:rPr>
          </a:br>
          <a:r>
            <a:rPr lang="en-US" sz="1900" dirty="0">
              <a:solidFill>
                <a:schemeClr val="accent2">
                  <a:lumMod val="75000"/>
                </a:schemeClr>
              </a:solidFill>
            </a:rPr>
            <a:t>Communication</a:t>
          </a:r>
          <a:endParaRPr lang="id-ID" sz="1900" dirty="0">
            <a:solidFill>
              <a:schemeClr val="accent2">
                <a:lumMod val="75000"/>
              </a:schemeClr>
            </a:solidFill>
          </a:endParaRPr>
        </a:p>
      </dgm:t>
    </dgm:pt>
    <dgm:pt modelId="{F895986C-9D59-447F-90FC-85C12CDAB7E3}" type="parTrans" cxnId="{C8FE35CE-B814-4547-A384-F80A50B6327A}">
      <dgm:prSet/>
      <dgm:spPr/>
      <dgm:t>
        <a:bodyPr/>
        <a:lstStyle/>
        <a:p>
          <a:endParaRPr lang="id-ID"/>
        </a:p>
      </dgm:t>
    </dgm:pt>
    <dgm:pt modelId="{BFAF1B02-060C-417D-8B9A-6B0A481822A5}" type="sibTrans" cxnId="{C8FE35CE-B814-4547-A384-F80A50B6327A}">
      <dgm:prSet/>
      <dgm:spPr/>
      <dgm:t>
        <a:bodyPr/>
        <a:lstStyle/>
        <a:p>
          <a:endParaRPr lang="id-ID"/>
        </a:p>
      </dgm:t>
    </dgm:pt>
    <dgm:pt modelId="{3FEA5160-AEF7-45DB-9EA3-01DF50A6F86D}" type="pres">
      <dgm:prSet presAssocID="{B1591640-DE09-469A-B473-02E730D2221D}" presName="compositeShape" presStyleCnt="0">
        <dgm:presLayoutVars>
          <dgm:chMax val="2"/>
          <dgm:dir/>
          <dgm:resizeHandles val="exact"/>
        </dgm:presLayoutVars>
      </dgm:prSet>
      <dgm:spPr/>
    </dgm:pt>
    <dgm:pt modelId="{55941A50-EC32-4F7A-B9E2-EFC969868B72}" type="pres">
      <dgm:prSet presAssocID="{9890A753-5EC6-4F41-A179-F506704DE0BA}" presName="upArrow" presStyleLbl="node1" presStyleIdx="0" presStyleCnt="2"/>
      <dgm:spPr/>
    </dgm:pt>
    <dgm:pt modelId="{6231B113-1087-45F6-AF44-C906E7A8E445}" type="pres">
      <dgm:prSet presAssocID="{9890A753-5EC6-4F41-A179-F506704DE0BA}" presName="upArrowText" presStyleLbl="revTx" presStyleIdx="0" presStyleCnt="2" custScaleX="178571" custLinFactNeighborX="2036">
        <dgm:presLayoutVars>
          <dgm:chMax val="0"/>
          <dgm:bulletEnabled val="1"/>
        </dgm:presLayoutVars>
      </dgm:prSet>
      <dgm:spPr/>
    </dgm:pt>
    <dgm:pt modelId="{5C16697D-6B0A-47CB-8A14-E5FC309781E2}" type="pres">
      <dgm:prSet presAssocID="{251A5DEB-E8A8-4317-9FCC-F6CEA22C259D}" presName="downArrow" presStyleLbl="node1" presStyleIdx="1" presStyleCnt="2"/>
      <dgm:spPr/>
    </dgm:pt>
    <dgm:pt modelId="{B274E278-3046-4D14-BB97-E6C36D95240D}" type="pres">
      <dgm:prSet presAssocID="{251A5DEB-E8A8-4317-9FCC-F6CEA22C259D}" presName="downArrowText" presStyleLbl="revTx" presStyleIdx="1" presStyleCnt="2" custScaleX="178571">
        <dgm:presLayoutVars>
          <dgm:chMax val="0"/>
          <dgm:bulletEnabled val="1"/>
        </dgm:presLayoutVars>
      </dgm:prSet>
      <dgm:spPr/>
    </dgm:pt>
  </dgm:ptLst>
  <dgm:cxnLst>
    <dgm:cxn modelId="{927F5C40-C850-4481-9710-F92F2A457B4A}" type="presOf" srcId="{9890A753-5EC6-4F41-A179-F506704DE0BA}" destId="{6231B113-1087-45F6-AF44-C906E7A8E445}" srcOrd="0" destOrd="0" presId="urn:microsoft.com/office/officeart/2005/8/layout/arrow4"/>
    <dgm:cxn modelId="{00225684-B68E-4A5D-8622-39598E0133EA}" type="presOf" srcId="{251A5DEB-E8A8-4317-9FCC-F6CEA22C259D}" destId="{B274E278-3046-4D14-BB97-E6C36D95240D}" srcOrd="0" destOrd="0" presId="urn:microsoft.com/office/officeart/2005/8/layout/arrow4"/>
    <dgm:cxn modelId="{5B8AB39C-5729-486A-850F-92E5C87B83FA}" type="presOf" srcId="{B1591640-DE09-469A-B473-02E730D2221D}" destId="{3FEA5160-AEF7-45DB-9EA3-01DF50A6F86D}" srcOrd="0" destOrd="0" presId="urn:microsoft.com/office/officeart/2005/8/layout/arrow4"/>
    <dgm:cxn modelId="{C8FE35CE-B814-4547-A384-F80A50B6327A}" srcId="{B1591640-DE09-469A-B473-02E730D2221D}" destId="{251A5DEB-E8A8-4317-9FCC-F6CEA22C259D}" srcOrd="1" destOrd="0" parTransId="{F895986C-9D59-447F-90FC-85C12CDAB7E3}" sibTransId="{BFAF1B02-060C-417D-8B9A-6B0A481822A5}"/>
    <dgm:cxn modelId="{E6FD23EE-C4AC-447B-A599-C3C02142A893}" srcId="{B1591640-DE09-469A-B473-02E730D2221D}" destId="{9890A753-5EC6-4F41-A179-F506704DE0BA}" srcOrd="0" destOrd="0" parTransId="{935AB2A8-90D8-41DC-BFE9-4CE4134EA731}" sibTransId="{BD2727ED-F2C8-4C27-8AF6-BC854BA7422F}"/>
    <dgm:cxn modelId="{E0530818-4849-4E8E-8152-16ED96238516}" type="presParOf" srcId="{3FEA5160-AEF7-45DB-9EA3-01DF50A6F86D}" destId="{55941A50-EC32-4F7A-B9E2-EFC969868B72}" srcOrd="0" destOrd="0" presId="urn:microsoft.com/office/officeart/2005/8/layout/arrow4"/>
    <dgm:cxn modelId="{E5323D41-7223-4282-9B15-6CD834FDAF65}" type="presParOf" srcId="{3FEA5160-AEF7-45DB-9EA3-01DF50A6F86D}" destId="{6231B113-1087-45F6-AF44-C906E7A8E445}" srcOrd="1" destOrd="0" presId="urn:microsoft.com/office/officeart/2005/8/layout/arrow4"/>
    <dgm:cxn modelId="{B711B296-C9A4-428D-A555-620B6BB7E7D4}" type="presParOf" srcId="{3FEA5160-AEF7-45DB-9EA3-01DF50A6F86D}" destId="{5C16697D-6B0A-47CB-8A14-E5FC309781E2}" srcOrd="2" destOrd="0" presId="urn:microsoft.com/office/officeart/2005/8/layout/arrow4"/>
    <dgm:cxn modelId="{66C3E91E-A5B3-46A3-805A-CD6F9FA7234E}" type="presParOf" srcId="{3FEA5160-AEF7-45DB-9EA3-01DF50A6F86D}" destId="{B274E278-3046-4D14-BB97-E6C36D95240D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FAF6F1-F1E3-41B5-A213-C7761D4B720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FCB015C-D947-40B2-8699-92DDE00BCE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Projects move methodically from one to the next step</a:t>
          </a:r>
        </a:p>
      </dgm:t>
    </dgm:pt>
    <dgm:pt modelId="{4688B46C-084C-431D-A30A-15C99A1DB4BD}" type="parTrans" cxnId="{2DFC8CFB-F475-458A-AB02-536FBA85E468}">
      <dgm:prSet/>
      <dgm:spPr/>
      <dgm:t>
        <a:bodyPr/>
        <a:lstStyle/>
        <a:p>
          <a:endParaRPr lang="en-US"/>
        </a:p>
      </dgm:t>
    </dgm:pt>
    <dgm:pt modelId="{E21B2B5F-ABF1-4A4C-A306-4AD4AB66FD03}" type="sibTrans" cxnId="{2DFC8CFB-F475-458A-AB02-536FBA85E468}">
      <dgm:prSet/>
      <dgm:spPr/>
      <dgm:t>
        <a:bodyPr/>
        <a:lstStyle/>
        <a:p>
          <a:endParaRPr lang="en-US"/>
        </a:p>
      </dgm:t>
    </dgm:pt>
    <dgm:pt modelId="{CDA77B45-E2CD-4923-B6A7-68D0DA9F52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Generally, a step is finished before the next one begins</a:t>
          </a:r>
        </a:p>
      </dgm:t>
    </dgm:pt>
    <dgm:pt modelId="{3B37B2CE-FE25-4422-96DD-CD60752ADED0}" type="parTrans" cxnId="{19B334A2-6537-43DF-899F-C24F1824BE7F}">
      <dgm:prSet/>
      <dgm:spPr/>
      <dgm:t>
        <a:bodyPr/>
        <a:lstStyle/>
        <a:p>
          <a:endParaRPr lang="en-US"/>
        </a:p>
      </dgm:t>
    </dgm:pt>
    <dgm:pt modelId="{6BCB0D9A-9D04-489A-B7E8-EFC12F67132C}" type="sibTrans" cxnId="{19B334A2-6537-43DF-899F-C24F1824BE7F}">
      <dgm:prSet/>
      <dgm:spPr/>
      <dgm:t>
        <a:bodyPr/>
        <a:lstStyle/>
        <a:p>
          <a:endParaRPr lang="en-US"/>
        </a:p>
      </dgm:t>
    </dgm:pt>
    <dgm:pt modelId="{C7DDBA74-F175-46F4-ABA0-352F3092F9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Type of Structured Desi</a:t>
          </a:r>
          <a:r>
            <a:rPr lang="id-ID"/>
            <a:t>g</a:t>
          </a:r>
          <a:r>
            <a:rPr lang="en-US"/>
            <a:t>n:</a:t>
          </a:r>
        </a:p>
      </dgm:t>
    </dgm:pt>
    <dgm:pt modelId="{892AED9F-F4DF-4593-AF98-39FB6F7ADFF4}" type="parTrans" cxnId="{581A7CA4-92D4-45DA-B8A7-AC66A2DAB6C5}">
      <dgm:prSet/>
      <dgm:spPr/>
      <dgm:t>
        <a:bodyPr/>
        <a:lstStyle/>
        <a:p>
          <a:endParaRPr lang="en-US"/>
        </a:p>
      </dgm:t>
    </dgm:pt>
    <dgm:pt modelId="{6BEB60C8-FD3D-496F-B445-5F28ED1F4009}" type="sibTrans" cxnId="{581A7CA4-92D4-45DA-B8A7-AC66A2DAB6C5}">
      <dgm:prSet/>
      <dgm:spPr/>
      <dgm:t>
        <a:bodyPr/>
        <a:lstStyle/>
        <a:p>
          <a:endParaRPr lang="en-US"/>
        </a:p>
      </dgm:t>
    </dgm:pt>
    <dgm:pt modelId="{9E730F47-2D7F-4160-9083-DE5856C842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Waterfall Method</a:t>
          </a:r>
        </a:p>
      </dgm:t>
    </dgm:pt>
    <dgm:pt modelId="{304F750C-A2AE-4DB5-8969-826A387A3DFC}" type="parTrans" cxnId="{2596E13C-324D-456E-BD1A-66D1255DA52F}">
      <dgm:prSet/>
      <dgm:spPr/>
      <dgm:t>
        <a:bodyPr/>
        <a:lstStyle/>
        <a:p>
          <a:endParaRPr lang="en-US"/>
        </a:p>
      </dgm:t>
    </dgm:pt>
    <dgm:pt modelId="{F585D925-4F83-4B5B-BD9D-5B14E6E78CC0}" type="sibTrans" cxnId="{2596E13C-324D-456E-BD1A-66D1255DA52F}">
      <dgm:prSet/>
      <dgm:spPr/>
      <dgm:t>
        <a:bodyPr/>
        <a:lstStyle/>
        <a:p>
          <a:endParaRPr lang="en-US"/>
        </a:p>
      </dgm:t>
    </dgm:pt>
    <dgm:pt modelId="{9704A5BF-1FB2-4FA3-A1DA-50C162E3E0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Parallel Development</a:t>
          </a:r>
        </a:p>
      </dgm:t>
    </dgm:pt>
    <dgm:pt modelId="{987B232C-7E1D-4787-8C74-D6CC52EA1C91}" type="parTrans" cxnId="{8C2195F0-99C1-4ED3-A2E2-0DD86E015A35}">
      <dgm:prSet/>
      <dgm:spPr/>
      <dgm:t>
        <a:bodyPr/>
        <a:lstStyle/>
        <a:p>
          <a:endParaRPr lang="en-US"/>
        </a:p>
      </dgm:t>
    </dgm:pt>
    <dgm:pt modelId="{2C6DB033-9B52-4AEA-BB4F-2A07E99A5DB0}" type="sibTrans" cxnId="{8C2195F0-99C1-4ED3-A2E2-0DD86E015A35}">
      <dgm:prSet/>
      <dgm:spPr/>
      <dgm:t>
        <a:bodyPr/>
        <a:lstStyle/>
        <a:p>
          <a:endParaRPr lang="en-US"/>
        </a:p>
      </dgm:t>
    </dgm:pt>
    <dgm:pt modelId="{2FB28F98-C2EB-4DE9-89F9-BE1479C97C3C}" type="pres">
      <dgm:prSet presAssocID="{11FAF6F1-F1E3-41B5-A213-C7761D4B7202}" presName="root" presStyleCnt="0">
        <dgm:presLayoutVars>
          <dgm:dir/>
          <dgm:resizeHandles val="exact"/>
        </dgm:presLayoutVars>
      </dgm:prSet>
      <dgm:spPr/>
    </dgm:pt>
    <dgm:pt modelId="{3D70B47A-9A32-4857-BD9E-16E39D8AA77C}" type="pres">
      <dgm:prSet presAssocID="{2FCB015C-D947-40B2-8699-92DDE00BCEA5}" presName="compNode" presStyleCnt="0"/>
      <dgm:spPr/>
    </dgm:pt>
    <dgm:pt modelId="{D473B5DF-B0AF-4524-A2F4-890E262DBAD1}" type="pres">
      <dgm:prSet presAssocID="{2FCB015C-D947-40B2-8699-92DDE00BCEA5}" presName="bgRect" presStyleLbl="bgShp" presStyleIdx="0" presStyleCnt="3"/>
      <dgm:spPr/>
    </dgm:pt>
    <dgm:pt modelId="{ED9BE81A-FD3C-4553-858A-078544F0709F}" type="pres">
      <dgm:prSet presAssocID="{2FCB015C-D947-40B2-8699-92DDE00BCE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A962893-BEA7-4B63-9F66-453A9A41F6A7}" type="pres">
      <dgm:prSet presAssocID="{2FCB015C-D947-40B2-8699-92DDE00BCEA5}" presName="spaceRect" presStyleCnt="0"/>
      <dgm:spPr/>
    </dgm:pt>
    <dgm:pt modelId="{6B73092E-EAAF-4C98-BE65-1CB7A1D70326}" type="pres">
      <dgm:prSet presAssocID="{2FCB015C-D947-40B2-8699-92DDE00BCEA5}" presName="parTx" presStyleLbl="revTx" presStyleIdx="0" presStyleCnt="4">
        <dgm:presLayoutVars>
          <dgm:chMax val="0"/>
          <dgm:chPref val="0"/>
        </dgm:presLayoutVars>
      </dgm:prSet>
      <dgm:spPr/>
    </dgm:pt>
    <dgm:pt modelId="{2ECED88E-5001-4ACB-9BA9-C4968C4EFB2E}" type="pres">
      <dgm:prSet presAssocID="{E21B2B5F-ABF1-4A4C-A306-4AD4AB66FD03}" presName="sibTrans" presStyleCnt="0"/>
      <dgm:spPr/>
    </dgm:pt>
    <dgm:pt modelId="{25D0EDD4-D83F-44DC-9234-72D0B545DAE5}" type="pres">
      <dgm:prSet presAssocID="{CDA77B45-E2CD-4923-B6A7-68D0DA9F5219}" presName="compNode" presStyleCnt="0"/>
      <dgm:spPr/>
    </dgm:pt>
    <dgm:pt modelId="{C90AA32A-EA5E-4703-B4CC-842D0EE91529}" type="pres">
      <dgm:prSet presAssocID="{CDA77B45-E2CD-4923-B6A7-68D0DA9F5219}" presName="bgRect" presStyleLbl="bgShp" presStyleIdx="1" presStyleCnt="3"/>
      <dgm:spPr/>
    </dgm:pt>
    <dgm:pt modelId="{EC981CCD-8F1D-483B-BB04-FC7678C9C8FE}" type="pres">
      <dgm:prSet presAssocID="{CDA77B45-E2CD-4923-B6A7-68D0DA9F52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00BFA5A-50EB-4A76-9EA7-9FB1D7A76CFD}" type="pres">
      <dgm:prSet presAssocID="{CDA77B45-E2CD-4923-B6A7-68D0DA9F5219}" presName="spaceRect" presStyleCnt="0"/>
      <dgm:spPr/>
    </dgm:pt>
    <dgm:pt modelId="{15F95993-A77A-456A-8B55-6DF600FDC0C6}" type="pres">
      <dgm:prSet presAssocID="{CDA77B45-E2CD-4923-B6A7-68D0DA9F5219}" presName="parTx" presStyleLbl="revTx" presStyleIdx="1" presStyleCnt="4">
        <dgm:presLayoutVars>
          <dgm:chMax val="0"/>
          <dgm:chPref val="0"/>
        </dgm:presLayoutVars>
      </dgm:prSet>
      <dgm:spPr/>
    </dgm:pt>
    <dgm:pt modelId="{D2099A4E-A98C-4E2A-880C-3D82B4E7BFE6}" type="pres">
      <dgm:prSet presAssocID="{6BCB0D9A-9D04-489A-B7E8-EFC12F67132C}" presName="sibTrans" presStyleCnt="0"/>
      <dgm:spPr/>
    </dgm:pt>
    <dgm:pt modelId="{A40829EF-06CB-4F92-B877-1AD6272FB823}" type="pres">
      <dgm:prSet presAssocID="{C7DDBA74-F175-46F4-ABA0-352F3092F9F2}" presName="compNode" presStyleCnt="0"/>
      <dgm:spPr/>
    </dgm:pt>
    <dgm:pt modelId="{FD0FA7F3-E2D0-4A32-BAB0-7F3A1E4991F7}" type="pres">
      <dgm:prSet presAssocID="{C7DDBA74-F175-46F4-ABA0-352F3092F9F2}" presName="bgRect" presStyleLbl="bgShp" presStyleIdx="2" presStyleCnt="3"/>
      <dgm:spPr/>
    </dgm:pt>
    <dgm:pt modelId="{8895F43A-FBF1-416D-AC0B-3529BEE4906E}" type="pres">
      <dgm:prSet presAssocID="{C7DDBA74-F175-46F4-ABA0-352F3092F9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1DA430E3-3B9F-4A26-B10B-98DCD5889FFE}" type="pres">
      <dgm:prSet presAssocID="{C7DDBA74-F175-46F4-ABA0-352F3092F9F2}" presName="spaceRect" presStyleCnt="0"/>
      <dgm:spPr/>
    </dgm:pt>
    <dgm:pt modelId="{81ADAA72-1622-4BAE-84F9-1F3FDAA6B6EE}" type="pres">
      <dgm:prSet presAssocID="{C7DDBA74-F175-46F4-ABA0-352F3092F9F2}" presName="parTx" presStyleLbl="revTx" presStyleIdx="2" presStyleCnt="4">
        <dgm:presLayoutVars>
          <dgm:chMax val="0"/>
          <dgm:chPref val="0"/>
        </dgm:presLayoutVars>
      </dgm:prSet>
      <dgm:spPr/>
    </dgm:pt>
    <dgm:pt modelId="{B24E8989-F0D7-4F5C-889F-374F036D1F83}" type="pres">
      <dgm:prSet presAssocID="{C7DDBA74-F175-46F4-ABA0-352F3092F9F2}" presName="desTx" presStyleLbl="revTx" presStyleIdx="3" presStyleCnt="4">
        <dgm:presLayoutVars/>
      </dgm:prSet>
      <dgm:spPr/>
    </dgm:pt>
  </dgm:ptLst>
  <dgm:cxnLst>
    <dgm:cxn modelId="{C5BA6F2A-4B35-5C42-A3F0-B926451BD3E2}" type="presOf" srcId="{11FAF6F1-F1E3-41B5-A213-C7761D4B7202}" destId="{2FB28F98-C2EB-4DE9-89F9-BE1479C97C3C}" srcOrd="0" destOrd="0" presId="urn:microsoft.com/office/officeart/2018/2/layout/IconVerticalSolidList"/>
    <dgm:cxn modelId="{2596E13C-324D-456E-BD1A-66D1255DA52F}" srcId="{C7DDBA74-F175-46F4-ABA0-352F3092F9F2}" destId="{9E730F47-2D7F-4160-9083-DE5856C84298}" srcOrd="0" destOrd="0" parTransId="{304F750C-A2AE-4DB5-8969-826A387A3DFC}" sibTransId="{F585D925-4F83-4B5B-BD9D-5B14E6E78CC0}"/>
    <dgm:cxn modelId="{DE04F641-455C-7446-AA06-C1747A8BC1BE}" type="presOf" srcId="{9E730F47-2D7F-4160-9083-DE5856C84298}" destId="{B24E8989-F0D7-4F5C-889F-374F036D1F83}" srcOrd="0" destOrd="0" presId="urn:microsoft.com/office/officeart/2018/2/layout/IconVerticalSolidList"/>
    <dgm:cxn modelId="{F9DEB44F-39F6-1647-9546-21C2B270FE4D}" type="presOf" srcId="{CDA77B45-E2CD-4923-B6A7-68D0DA9F5219}" destId="{15F95993-A77A-456A-8B55-6DF600FDC0C6}" srcOrd="0" destOrd="0" presId="urn:microsoft.com/office/officeart/2018/2/layout/IconVerticalSolidList"/>
    <dgm:cxn modelId="{DB39265B-0790-F544-8275-A11036C9A278}" type="presOf" srcId="{9704A5BF-1FB2-4FA3-A1DA-50C162E3E0A6}" destId="{B24E8989-F0D7-4F5C-889F-374F036D1F83}" srcOrd="0" destOrd="1" presId="urn:microsoft.com/office/officeart/2018/2/layout/IconVerticalSolidList"/>
    <dgm:cxn modelId="{75800A88-8325-614C-BB6E-4F179B8E5E37}" type="presOf" srcId="{2FCB015C-D947-40B2-8699-92DDE00BCEA5}" destId="{6B73092E-EAAF-4C98-BE65-1CB7A1D70326}" srcOrd="0" destOrd="0" presId="urn:microsoft.com/office/officeart/2018/2/layout/IconVerticalSolidList"/>
    <dgm:cxn modelId="{02D3828E-0F30-B44B-857A-ECA41CF5F621}" type="presOf" srcId="{C7DDBA74-F175-46F4-ABA0-352F3092F9F2}" destId="{81ADAA72-1622-4BAE-84F9-1F3FDAA6B6EE}" srcOrd="0" destOrd="0" presId="urn:microsoft.com/office/officeart/2018/2/layout/IconVerticalSolidList"/>
    <dgm:cxn modelId="{19B334A2-6537-43DF-899F-C24F1824BE7F}" srcId="{11FAF6F1-F1E3-41B5-A213-C7761D4B7202}" destId="{CDA77B45-E2CD-4923-B6A7-68D0DA9F5219}" srcOrd="1" destOrd="0" parTransId="{3B37B2CE-FE25-4422-96DD-CD60752ADED0}" sibTransId="{6BCB0D9A-9D04-489A-B7E8-EFC12F67132C}"/>
    <dgm:cxn modelId="{581A7CA4-92D4-45DA-B8A7-AC66A2DAB6C5}" srcId="{11FAF6F1-F1E3-41B5-A213-C7761D4B7202}" destId="{C7DDBA74-F175-46F4-ABA0-352F3092F9F2}" srcOrd="2" destOrd="0" parTransId="{892AED9F-F4DF-4593-AF98-39FB6F7ADFF4}" sibTransId="{6BEB60C8-FD3D-496F-B445-5F28ED1F4009}"/>
    <dgm:cxn modelId="{8C2195F0-99C1-4ED3-A2E2-0DD86E015A35}" srcId="{C7DDBA74-F175-46F4-ABA0-352F3092F9F2}" destId="{9704A5BF-1FB2-4FA3-A1DA-50C162E3E0A6}" srcOrd="1" destOrd="0" parTransId="{987B232C-7E1D-4787-8C74-D6CC52EA1C91}" sibTransId="{2C6DB033-9B52-4AEA-BB4F-2A07E99A5DB0}"/>
    <dgm:cxn modelId="{2DFC8CFB-F475-458A-AB02-536FBA85E468}" srcId="{11FAF6F1-F1E3-41B5-A213-C7761D4B7202}" destId="{2FCB015C-D947-40B2-8699-92DDE00BCEA5}" srcOrd="0" destOrd="0" parTransId="{4688B46C-084C-431D-A30A-15C99A1DB4BD}" sibTransId="{E21B2B5F-ABF1-4A4C-A306-4AD4AB66FD03}"/>
    <dgm:cxn modelId="{18176C05-2EE3-B24E-8B88-C737172D4EB8}" type="presParOf" srcId="{2FB28F98-C2EB-4DE9-89F9-BE1479C97C3C}" destId="{3D70B47A-9A32-4857-BD9E-16E39D8AA77C}" srcOrd="0" destOrd="0" presId="urn:microsoft.com/office/officeart/2018/2/layout/IconVerticalSolidList"/>
    <dgm:cxn modelId="{AE0EE764-51E3-D64F-97CE-C880C22D80E5}" type="presParOf" srcId="{3D70B47A-9A32-4857-BD9E-16E39D8AA77C}" destId="{D473B5DF-B0AF-4524-A2F4-890E262DBAD1}" srcOrd="0" destOrd="0" presId="urn:microsoft.com/office/officeart/2018/2/layout/IconVerticalSolidList"/>
    <dgm:cxn modelId="{611FC966-9788-B84C-A652-D05CBF4EAC5B}" type="presParOf" srcId="{3D70B47A-9A32-4857-BD9E-16E39D8AA77C}" destId="{ED9BE81A-FD3C-4553-858A-078544F0709F}" srcOrd="1" destOrd="0" presId="urn:microsoft.com/office/officeart/2018/2/layout/IconVerticalSolidList"/>
    <dgm:cxn modelId="{A28CE53F-7845-A540-B13A-34AC8891432D}" type="presParOf" srcId="{3D70B47A-9A32-4857-BD9E-16E39D8AA77C}" destId="{DA962893-BEA7-4B63-9F66-453A9A41F6A7}" srcOrd="2" destOrd="0" presId="urn:microsoft.com/office/officeart/2018/2/layout/IconVerticalSolidList"/>
    <dgm:cxn modelId="{4C8416DC-2AE3-454E-A877-EC1A5DE6B326}" type="presParOf" srcId="{3D70B47A-9A32-4857-BD9E-16E39D8AA77C}" destId="{6B73092E-EAAF-4C98-BE65-1CB7A1D70326}" srcOrd="3" destOrd="0" presId="urn:microsoft.com/office/officeart/2018/2/layout/IconVerticalSolidList"/>
    <dgm:cxn modelId="{BD06FD30-E39D-104D-A74F-9E464AA3C458}" type="presParOf" srcId="{2FB28F98-C2EB-4DE9-89F9-BE1479C97C3C}" destId="{2ECED88E-5001-4ACB-9BA9-C4968C4EFB2E}" srcOrd="1" destOrd="0" presId="urn:microsoft.com/office/officeart/2018/2/layout/IconVerticalSolidList"/>
    <dgm:cxn modelId="{A3DD1C7D-4718-8048-B85C-DED412EB256C}" type="presParOf" srcId="{2FB28F98-C2EB-4DE9-89F9-BE1479C97C3C}" destId="{25D0EDD4-D83F-44DC-9234-72D0B545DAE5}" srcOrd="2" destOrd="0" presId="urn:microsoft.com/office/officeart/2018/2/layout/IconVerticalSolidList"/>
    <dgm:cxn modelId="{1E9DA1E1-44E2-804D-B851-B21B33EFECD3}" type="presParOf" srcId="{25D0EDD4-D83F-44DC-9234-72D0B545DAE5}" destId="{C90AA32A-EA5E-4703-B4CC-842D0EE91529}" srcOrd="0" destOrd="0" presId="urn:microsoft.com/office/officeart/2018/2/layout/IconVerticalSolidList"/>
    <dgm:cxn modelId="{9AB04305-6284-2B47-9FB5-C5AAC180CBE3}" type="presParOf" srcId="{25D0EDD4-D83F-44DC-9234-72D0B545DAE5}" destId="{EC981CCD-8F1D-483B-BB04-FC7678C9C8FE}" srcOrd="1" destOrd="0" presId="urn:microsoft.com/office/officeart/2018/2/layout/IconVerticalSolidList"/>
    <dgm:cxn modelId="{A81864E7-0BB3-C44B-8BAB-47457A5056AF}" type="presParOf" srcId="{25D0EDD4-D83F-44DC-9234-72D0B545DAE5}" destId="{E00BFA5A-50EB-4A76-9EA7-9FB1D7A76CFD}" srcOrd="2" destOrd="0" presId="urn:microsoft.com/office/officeart/2018/2/layout/IconVerticalSolidList"/>
    <dgm:cxn modelId="{F6654972-FFCB-9941-9820-C24D83ECE706}" type="presParOf" srcId="{25D0EDD4-D83F-44DC-9234-72D0B545DAE5}" destId="{15F95993-A77A-456A-8B55-6DF600FDC0C6}" srcOrd="3" destOrd="0" presId="urn:microsoft.com/office/officeart/2018/2/layout/IconVerticalSolidList"/>
    <dgm:cxn modelId="{9D2A6F49-CDD5-614C-9002-783702FBF484}" type="presParOf" srcId="{2FB28F98-C2EB-4DE9-89F9-BE1479C97C3C}" destId="{D2099A4E-A98C-4E2A-880C-3D82B4E7BFE6}" srcOrd="3" destOrd="0" presId="urn:microsoft.com/office/officeart/2018/2/layout/IconVerticalSolidList"/>
    <dgm:cxn modelId="{2C6AFBA6-7884-C141-A1FE-FBF8DA944498}" type="presParOf" srcId="{2FB28F98-C2EB-4DE9-89F9-BE1479C97C3C}" destId="{A40829EF-06CB-4F92-B877-1AD6272FB823}" srcOrd="4" destOrd="0" presId="urn:microsoft.com/office/officeart/2018/2/layout/IconVerticalSolidList"/>
    <dgm:cxn modelId="{8A6D8826-1B80-3446-A8FF-32ED06F79C23}" type="presParOf" srcId="{A40829EF-06CB-4F92-B877-1AD6272FB823}" destId="{FD0FA7F3-E2D0-4A32-BAB0-7F3A1E4991F7}" srcOrd="0" destOrd="0" presId="urn:microsoft.com/office/officeart/2018/2/layout/IconVerticalSolidList"/>
    <dgm:cxn modelId="{CC5D5E4B-0FEA-B645-9DB4-A3166E4F6BF0}" type="presParOf" srcId="{A40829EF-06CB-4F92-B877-1AD6272FB823}" destId="{8895F43A-FBF1-416D-AC0B-3529BEE4906E}" srcOrd="1" destOrd="0" presId="urn:microsoft.com/office/officeart/2018/2/layout/IconVerticalSolidList"/>
    <dgm:cxn modelId="{29AEC2A8-AA84-E54D-80A4-55974D239C90}" type="presParOf" srcId="{A40829EF-06CB-4F92-B877-1AD6272FB823}" destId="{1DA430E3-3B9F-4A26-B10B-98DCD5889FFE}" srcOrd="2" destOrd="0" presId="urn:microsoft.com/office/officeart/2018/2/layout/IconVerticalSolidList"/>
    <dgm:cxn modelId="{74B6BEB7-AD98-9444-A3E1-44B7C42A0547}" type="presParOf" srcId="{A40829EF-06CB-4F92-B877-1AD6272FB823}" destId="{81ADAA72-1622-4BAE-84F9-1F3FDAA6B6EE}" srcOrd="3" destOrd="0" presId="urn:microsoft.com/office/officeart/2018/2/layout/IconVerticalSolidList"/>
    <dgm:cxn modelId="{DA112854-99A6-5342-B045-2868E55FDBA8}" type="presParOf" srcId="{A40829EF-06CB-4F92-B877-1AD6272FB823}" destId="{B24E8989-F0D7-4F5C-889F-374F036D1F8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8AC60E-3CFE-49D2-A393-D85D69109A88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E84F57-2643-486F-B882-6CB325CDB32B}">
      <dgm:prSet/>
      <dgm:spPr/>
      <dgm:t>
        <a:bodyPr/>
        <a:lstStyle/>
        <a:p>
          <a:r>
            <a:rPr lang="en-ID"/>
            <a:t>Type of RAD:</a:t>
          </a:r>
          <a:endParaRPr lang="en-US"/>
        </a:p>
      </dgm:t>
    </dgm:pt>
    <dgm:pt modelId="{DD20C0C2-5EB1-49CE-BE1D-ADD60613A8C5}" type="parTrans" cxnId="{C41AAAB8-D1DC-47F1-9DDE-96FAE1B23A74}">
      <dgm:prSet/>
      <dgm:spPr/>
      <dgm:t>
        <a:bodyPr/>
        <a:lstStyle/>
        <a:p>
          <a:endParaRPr lang="en-US"/>
        </a:p>
      </dgm:t>
    </dgm:pt>
    <dgm:pt modelId="{834C4FAE-7107-449D-9981-6F55A20F78D2}" type="sibTrans" cxnId="{C41AAAB8-D1DC-47F1-9DDE-96FAE1B23A74}">
      <dgm:prSet/>
      <dgm:spPr/>
      <dgm:t>
        <a:bodyPr/>
        <a:lstStyle/>
        <a:p>
          <a:endParaRPr lang="en-US"/>
        </a:p>
      </dgm:t>
    </dgm:pt>
    <dgm:pt modelId="{F572A8CB-EFDC-4C94-BF9C-9F159603F3E4}">
      <dgm:prSet/>
      <dgm:spPr/>
      <dgm:t>
        <a:bodyPr/>
        <a:lstStyle/>
        <a:p>
          <a:r>
            <a:rPr lang="en-ID" dirty="0"/>
            <a:t>Phased development: a series of versions</a:t>
          </a:r>
          <a:endParaRPr lang="en-US" dirty="0"/>
        </a:p>
      </dgm:t>
    </dgm:pt>
    <dgm:pt modelId="{807105A7-1017-441D-89A7-E0FA1E7A1EC0}" type="parTrans" cxnId="{57095207-9E08-4360-A40D-4EC1CB2465DD}">
      <dgm:prSet/>
      <dgm:spPr/>
      <dgm:t>
        <a:bodyPr/>
        <a:lstStyle/>
        <a:p>
          <a:endParaRPr lang="en-US"/>
        </a:p>
      </dgm:t>
    </dgm:pt>
    <dgm:pt modelId="{6459BC8F-6C3D-4A8E-A200-ABD4F60C8F5D}" type="sibTrans" cxnId="{57095207-9E08-4360-A40D-4EC1CB2465DD}">
      <dgm:prSet/>
      <dgm:spPr/>
      <dgm:t>
        <a:bodyPr/>
        <a:lstStyle/>
        <a:p>
          <a:endParaRPr lang="en-US"/>
        </a:p>
      </dgm:t>
    </dgm:pt>
    <dgm:pt modelId="{0607C869-D01F-4755-8564-63352794EE17}">
      <dgm:prSet/>
      <dgm:spPr/>
      <dgm:t>
        <a:bodyPr/>
        <a:lstStyle/>
        <a:p>
          <a:r>
            <a:rPr lang="en-ID"/>
            <a:t>Prototyping: System prototyping</a:t>
          </a:r>
          <a:endParaRPr lang="en-US"/>
        </a:p>
      </dgm:t>
    </dgm:pt>
    <dgm:pt modelId="{E79E761D-2EE1-4C86-904F-2EFC70B70F84}" type="parTrans" cxnId="{F22F4351-DABB-4056-A4AA-77448490C34D}">
      <dgm:prSet/>
      <dgm:spPr/>
      <dgm:t>
        <a:bodyPr/>
        <a:lstStyle/>
        <a:p>
          <a:endParaRPr lang="en-US"/>
        </a:p>
      </dgm:t>
    </dgm:pt>
    <dgm:pt modelId="{4BBE5B3C-F574-48E9-BB2C-5BEA4650A0D2}" type="sibTrans" cxnId="{F22F4351-DABB-4056-A4AA-77448490C34D}">
      <dgm:prSet/>
      <dgm:spPr/>
      <dgm:t>
        <a:bodyPr/>
        <a:lstStyle/>
        <a:p>
          <a:endParaRPr lang="en-US"/>
        </a:p>
      </dgm:t>
    </dgm:pt>
    <dgm:pt modelId="{EA2F63E9-3A87-4AA4-A43C-693DFD8B6AFF}">
      <dgm:prSet/>
      <dgm:spPr/>
      <dgm:t>
        <a:bodyPr/>
        <a:lstStyle/>
        <a:p>
          <a:r>
            <a:rPr lang="en-ID"/>
            <a:t>Throw-away prototyping: design prototyping</a:t>
          </a:r>
          <a:endParaRPr lang="en-US"/>
        </a:p>
      </dgm:t>
    </dgm:pt>
    <dgm:pt modelId="{D1DC30D7-9AD3-487A-81E9-0B8FAC885BE3}" type="parTrans" cxnId="{849527AF-5F99-436D-8471-40EDCB5EB02C}">
      <dgm:prSet/>
      <dgm:spPr/>
      <dgm:t>
        <a:bodyPr/>
        <a:lstStyle/>
        <a:p>
          <a:endParaRPr lang="en-US"/>
        </a:p>
      </dgm:t>
    </dgm:pt>
    <dgm:pt modelId="{591507EA-CBFB-4422-996B-02FC8472656D}" type="sibTrans" cxnId="{849527AF-5F99-436D-8471-40EDCB5EB02C}">
      <dgm:prSet/>
      <dgm:spPr/>
      <dgm:t>
        <a:bodyPr/>
        <a:lstStyle/>
        <a:p>
          <a:endParaRPr lang="en-US"/>
        </a:p>
      </dgm:t>
    </dgm:pt>
    <dgm:pt modelId="{F58EEEB9-9404-4DCF-93B1-4495C24590A0}">
      <dgm:prSet/>
      <dgm:spPr/>
      <dgm:t>
        <a:bodyPr/>
        <a:lstStyle/>
        <a:p>
          <a:r>
            <a:rPr lang="en-ID"/>
            <a:t>Critical elements to speed up the SDLC:</a:t>
          </a:r>
          <a:endParaRPr lang="en-US"/>
        </a:p>
      </dgm:t>
    </dgm:pt>
    <dgm:pt modelId="{B716725B-E9D8-4622-B591-E8392C948A3B}" type="parTrans" cxnId="{D0DBA53A-8249-44E4-8739-A73118AAD14C}">
      <dgm:prSet/>
      <dgm:spPr/>
      <dgm:t>
        <a:bodyPr/>
        <a:lstStyle/>
        <a:p>
          <a:endParaRPr lang="en-US"/>
        </a:p>
      </dgm:t>
    </dgm:pt>
    <dgm:pt modelId="{4C35CAAE-70AF-4C6F-83BA-01D99955B4E9}" type="sibTrans" cxnId="{D0DBA53A-8249-44E4-8739-A73118AAD14C}">
      <dgm:prSet/>
      <dgm:spPr/>
      <dgm:t>
        <a:bodyPr/>
        <a:lstStyle/>
        <a:p>
          <a:endParaRPr lang="en-US"/>
        </a:p>
      </dgm:t>
    </dgm:pt>
    <dgm:pt modelId="{567305E8-6358-45E4-8ABC-8D2812B808F4}">
      <dgm:prSet/>
      <dgm:spPr/>
      <dgm:t>
        <a:bodyPr/>
        <a:lstStyle/>
        <a:p>
          <a:r>
            <a:rPr lang="en-ID"/>
            <a:t>CASE tools</a:t>
          </a:r>
          <a:endParaRPr lang="en-US"/>
        </a:p>
      </dgm:t>
    </dgm:pt>
    <dgm:pt modelId="{04888BCE-4621-444F-B593-16A3018E3770}" type="parTrans" cxnId="{223694FD-7D39-4BEF-A33E-8F4CC521CDC9}">
      <dgm:prSet/>
      <dgm:spPr/>
      <dgm:t>
        <a:bodyPr/>
        <a:lstStyle/>
        <a:p>
          <a:endParaRPr lang="en-US"/>
        </a:p>
      </dgm:t>
    </dgm:pt>
    <dgm:pt modelId="{92B32082-98F3-4DED-A287-0A763E50C5DE}" type="sibTrans" cxnId="{223694FD-7D39-4BEF-A33E-8F4CC521CDC9}">
      <dgm:prSet/>
      <dgm:spPr/>
      <dgm:t>
        <a:bodyPr/>
        <a:lstStyle/>
        <a:p>
          <a:endParaRPr lang="en-US"/>
        </a:p>
      </dgm:t>
    </dgm:pt>
    <dgm:pt modelId="{C6F2F058-1C49-4430-8583-84BC00FBCC10}">
      <dgm:prSet/>
      <dgm:spPr/>
      <dgm:t>
        <a:bodyPr/>
        <a:lstStyle/>
        <a:p>
          <a:r>
            <a:rPr lang="en-ID"/>
            <a:t>Visual programming languages</a:t>
          </a:r>
          <a:endParaRPr lang="en-US"/>
        </a:p>
      </dgm:t>
    </dgm:pt>
    <dgm:pt modelId="{3A3A5C96-3492-4BA0-B5D4-C53538453890}" type="parTrans" cxnId="{246E374B-3C9F-489C-A290-F6B0C1B3EC93}">
      <dgm:prSet/>
      <dgm:spPr/>
      <dgm:t>
        <a:bodyPr/>
        <a:lstStyle/>
        <a:p>
          <a:endParaRPr lang="en-US"/>
        </a:p>
      </dgm:t>
    </dgm:pt>
    <dgm:pt modelId="{FC75DA75-CBA7-4D75-BF8F-67267ACA195C}" type="sibTrans" cxnId="{246E374B-3C9F-489C-A290-F6B0C1B3EC93}">
      <dgm:prSet/>
      <dgm:spPr/>
      <dgm:t>
        <a:bodyPr/>
        <a:lstStyle/>
        <a:p>
          <a:endParaRPr lang="en-US"/>
        </a:p>
      </dgm:t>
    </dgm:pt>
    <dgm:pt modelId="{18AD4C0C-BB98-4D92-BDB3-2AB62F0BDCC1}">
      <dgm:prSet/>
      <dgm:spPr/>
      <dgm:t>
        <a:bodyPr/>
        <a:lstStyle/>
        <a:p>
          <a:r>
            <a:rPr lang="en-ID"/>
            <a:t>Code generators</a:t>
          </a:r>
          <a:endParaRPr lang="en-US"/>
        </a:p>
      </dgm:t>
    </dgm:pt>
    <dgm:pt modelId="{A98BCAE7-4E60-4ED1-B89F-C00E2EB595C9}" type="parTrans" cxnId="{DDF4A7FF-455C-48EE-9BAA-9E69A8125358}">
      <dgm:prSet/>
      <dgm:spPr/>
      <dgm:t>
        <a:bodyPr/>
        <a:lstStyle/>
        <a:p>
          <a:endParaRPr lang="en-US"/>
        </a:p>
      </dgm:t>
    </dgm:pt>
    <dgm:pt modelId="{7C1F71D7-C50A-4ABE-9AF5-13D4DC9D7625}" type="sibTrans" cxnId="{DDF4A7FF-455C-48EE-9BAA-9E69A8125358}">
      <dgm:prSet/>
      <dgm:spPr/>
      <dgm:t>
        <a:bodyPr/>
        <a:lstStyle/>
        <a:p>
          <a:endParaRPr lang="en-US"/>
        </a:p>
      </dgm:t>
    </dgm:pt>
    <dgm:pt modelId="{9A72D26B-D7A3-E84C-AFE4-CBB16329CA01}" type="pres">
      <dgm:prSet presAssocID="{608AC60E-3CFE-49D2-A393-D85D69109A88}" presName="Name0" presStyleCnt="0">
        <dgm:presLayoutVars>
          <dgm:dir/>
          <dgm:animLvl val="lvl"/>
          <dgm:resizeHandles val="exact"/>
        </dgm:presLayoutVars>
      </dgm:prSet>
      <dgm:spPr/>
    </dgm:pt>
    <dgm:pt modelId="{05BA1C95-E22A-1C4F-822A-4B893D394CC3}" type="pres">
      <dgm:prSet presAssocID="{1AE84F57-2643-486F-B882-6CB325CDB32B}" presName="linNode" presStyleCnt="0"/>
      <dgm:spPr/>
    </dgm:pt>
    <dgm:pt modelId="{17D1FE59-55F7-9D41-99EC-FA1E34725DD0}" type="pres">
      <dgm:prSet presAssocID="{1AE84F57-2643-486F-B882-6CB325CDB32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EBD75849-520C-5D45-8AB2-A5045C68C39A}" type="pres">
      <dgm:prSet presAssocID="{1AE84F57-2643-486F-B882-6CB325CDB32B}" presName="descendantText" presStyleLbl="alignAccFollowNode1" presStyleIdx="0" presStyleCnt="2">
        <dgm:presLayoutVars>
          <dgm:bulletEnabled val="1"/>
        </dgm:presLayoutVars>
      </dgm:prSet>
      <dgm:spPr/>
    </dgm:pt>
    <dgm:pt modelId="{536D7A31-BA43-214A-BC01-6AA40CB68F67}" type="pres">
      <dgm:prSet presAssocID="{834C4FAE-7107-449D-9981-6F55A20F78D2}" presName="sp" presStyleCnt="0"/>
      <dgm:spPr/>
    </dgm:pt>
    <dgm:pt modelId="{13895234-3AF0-8F4F-8F4B-7917CFABCA2C}" type="pres">
      <dgm:prSet presAssocID="{F58EEEB9-9404-4DCF-93B1-4495C24590A0}" presName="linNode" presStyleCnt="0"/>
      <dgm:spPr/>
    </dgm:pt>
    <dgm:pt modelId="{A780BFEF-AFC8-2C41-BEFB-EE224765C7E8}" type="pres">
      <dgm:prSet presAssocID="{F58EEEB9-9404-4DCF-93B1-4495C24590A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31B1DCE-69C2-0643-8970-D787AD264B97}" type="pres">
      <dgm:prSet presAssocID="{F58EEEB9-9404-4DCF-93B1-4495C24590A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57095207-9E08-4360-A40D-4EC1CB2465DD}" srcId="{1AE84F57-2643-486F-B882-6CB325CDB32B}" destId="{F572A8CB-EFDC-4C94-BF9C-9F159603F3E4}" srcOrd="0" destOrd="0" parTransId="{807105A7-1017-441D-89A7-E0FA1E7A1EC0}" sibTransId="{6459BC8F-6C3D-4A8E-A200-ABD4F60C8F5D}"/>
    <dgm:cxn modelId="{B254431C-9920-0F4B-890F-95FECB433A90}" type="presOf" srcId="{608AC60E-3CFE-49D2-A393-D85D69109A88}" destId="{9A72D26B-D7A3-E84C-AFE4-CBB16329CA01}" srcOrd="0" destOrd="0" presId="urn:microsoft.com/office/officeart/2005/8/layout/vList5"/>
    <dgm:cxn modelId="{5B1FA41F-D3A6-0847-88F7-BD8D4CDC4A80}" type="presOf" srcId="{F572A8CB-EFDC-4C94-BF9C-9F159603F3E4}" destId="{EBD75849-520C-5D45-8AB2-A5045C68C39A}" srcOrd="0" destOrd="0" presId="urn:microsoft.com/office/officeart/2005/8/layout/vList5"/>
    <dgm:cxn modelId="{6EBD7429-46B2-1F41-879D-9FE15D44490C}" type="presOf" srcId="{C6F2F058-1C49-4430-8583-84BC00FBCC10}" destId="{F31B1DCE-69C2-0643-8970-D787AD264B97}" srcOrd="0" destOrd="1" presId="urn:microsoft.com/office/officeart/2005/8/layout/vList5"/>
    <dgm:cxn modelId="{18DD072D-7C65-2441-AA8A-B15EF3566AD9}" type="presOf" srcId="{EA2F63E9-3A87-4AA4-A43C-693DFD8B6AFF}" destId="{EBD75849-520C-5D45-8AB2-A5045C68C39A}" srcOrd="0" destOrd="2" presId="urn:microsoft.com/office/officeart/2005/8/layout/vList5"/>
    <dgm:cxn modelId="{D0DBA53A-8249-44E4-8739-A73118AAD14C}" srcId="{608AC60E-3CFE-49D2-A393-D85D69109A88}" destId="{F58EEEB9-9404-4DCF-93B1-4495C24590A0}" srcOrd="1" destOrd="0" parTransId="{B716725B-E9D8-4622-B591-E8392C948A3B}" sibTransId="{4C35CAAE-70AF-4C6F-83BA-01D99955B4E9}"/>
    <dgm:cxn modelId="{246E374B-3C9F-489C-A290-F6B0C1B3EC93}" srcId="{F58EEEB9-9404-4DCF-93B1-4495C24590A0}" destId="{C6F2F058-1C49-4430-8583-84BC00FBCC10}" srcOrd="1" destOrd="0" parTransId="{3A3A5C96-3492-4BA0-B5D4-C53538453890}" sibTransId="{FC75DA75-CBA7-4D75-BF8F-67267ACA195C}"/>
    <dgm:cxn modelId="{F22F4351-DABB-4056-A4AA-77448490C34D}" srcId="{1AE84F57-2643-486F-B882-6CB325CDB32B}" destId="{0607C869-D01F-4755-8564-63352794EE17}" srcOrd="1" destOrd="0" parTransId="{E79E761D-2EE1-4C86-904F-2EFC70B70F84}" sibTransId="{4BBE5B3C-F574-48E9-BB2C-5BEA4650A0D2}"/>
    <dgm:cxn modelId="{F11D886D-752F-FF4D-91D9-9B7C5A73BEC7}" type="presOf" srcId="{F58EEEB9-9404-4DCF-93B1-4495C24590A0}" destId="{A780BFEF-AFC8-2C41-BEFB-EE224765C7E8}" srcOrd="0" destOrd="0" presId="urn:microsoft.com/office/officeart/2005/8/layout/vList5"/>
    <dgm:cxn modelId="{6AB42089-12A4-D84C-9BAF-FF57E7846CB3}" type="presOf" srcId="{18AD4C0C-BB98-4D92-BDB3-2AB62F0BDCC1}" destId="{F31B1DCE-69C2-0643-8970-D787AD264B97}" srcOrd="0" destOrd="2" presId="urn:microsoft.com/office/officeart/2005/8/layout/vList5"/>
    <dgm:cxn modelId="{C605CD8E-19F4-FC4D-893B-75FDF9008890}" type="presOf" srcId="{567305E8-6358-45E4-8ABC-8D2812B808F4}" destId="{F31B1DCE-69C2-0643-8970-D787AD264B97}" srcOrd="0" destOrd="0" presId="urn:microsoft.com/office/officeart/2005/8/layout/vList5"/>
    <dgm:cxn modelId="{8FBB7E91-06EA-5441-AFA2-07CBDB71D269}" type="presOf" srcId="{0607C869-D01F-4755-8564-63352794EE17}" destId="{EBD75849-520C-5D45-8AB2-A5045C68C39A}" srcOrd="0" destOrd="1" presId="urn:microsoft.com/office/officeart/2005/8/layout/vList5"/>
    <dgm:cxn modelId="{849527AF-5F99-436D-8471-40EDCB5EB02C}" srcId="{1AE84F57-2643-486F-B882-6CB325CDB32B}" destId="{EA2F63E9-3A87-4AA4-A43C-693DFD8B6AFF}" srcOrd="2" destOrd="0" parTransId="{D1DC30D7-9AD3-487A-81E9-0B8FAC885BE3}" sibTransId="{591507EA-CBFB-4422-996B-02FC8472656D}"/>
    <dgm:cxn modelId="{C41AAAB8-D1DC-47F1-9DDE-96FAE1B23A74}" srcId="{608AC60E-3CFE-49D2-A393-D85D69109A88}" destId="{1AE84F57-2643-486F-B882-6CB325CDB32B}" srcOrd="0" destOrd="0" parTransId="{DD20C0C2-5EB1-49CE-BE1D-ADD60613A8C5}" sibTransId="{834C4FAE-7107-449D-9981-6F55A20F78D2}"/>
    <dgm:cxn modelId="{E44EF3E9-F954-D94B-B807-341F837895A3}" type="presOf" srcId="{1AE84F57-2643-486F-B882-6CB325CDB32B}" destId="{17D1FE59-55F7-9D41-99EC-FA1E34725DD0}" srcOrd="0" destOrd="0" presId="urn:microsoft.com/office/officeart/2005/8/layout/vList5"/>
    <dgm:cxn modelId="{223694FD-7D39-4BEF-A33E-8F4CC521CDC9}" srcId="{F58EEEB9-9404-4DCF-93B1-4495C24590A0}" destId="{567305E8-6358-45E4-8ABC-8D2812B808F4}" srcOrd="0" destOrd="0" parTransId="{04888BCE-4621-444F-B593-16A3018E3770}" sibTransId="{92B32082-98F3-4DED-A287-0A763E50C5DE}"/>
    <dgm:cxn modelId="{DDF4A7FF-455C-48EE-9BAA-9E69A8125358}" srcId="{F58EEEB9-9404-4DCF-93B1-4495C24590A0}" destId="{18AD4C0C-BB98-4D92-BDB3-2AB62F0BDCC1}" srcOrd="2" destOrd="0" parTransId="{A98BCAE7-4E60-4ED1-B89F-C00E2EB595C9}" sibTransId="{7C1F71D7-C50A-4ABE-9AF5-13D4DC9D7625}"/>
    <dgm:cxn modelId="{5AEB3214-0CB3-6E44-B599-44CD877015C5}" type="presParOf" srcId="{9A72D26B-D7A3-E84C-AFE4-CBB16329CA01}" destId="{05BA1C95-E22A-1C4F-822A-4B893D394CC3}" srcOrd="0" destOrd="0" presId="urn:microsoft.com/office/officeart/2005/8/layout/vList5"/>
    <dgm:cxn modelId="{0D03A28A-D7F0-E741-B441-5E1BBA5FF565}" type="presParOf" srcId="{05BA1C95-E22A-1C4F-822A-4B893D394CC3}" destId="{17D1FE59-55F7-9D41-99EC-FA1E34725DD0}" srcOrd="0" destOrd="0" presId="urn:microsoft.com/office/officeart/2005/8/layout/vList5"/>
    <dgm:cxn modelId="{9FBA6D89-BA47-C242-9101-56FD8E2E3116}" type="presParOf" srcId="{05BA1C95-E22A-1C4F-822A-4B893D394CC3}" destId="{EBD75849-520C-5D45-8AB2-A5045C68C39A}" srcOrd="1" destOrd="0" presId="urn:microsoft.com/office/officeart/2005/8/layout/vList5"/>
    <dgm:cxn modelId="{5717C5E9-A979-434B-9659-B27E727F0FC1}" type="presParOf" srcId="{9A72D26B-D7A3-E84C-AFE4-CBB16329CA01}" destId="{536D7A31-BA43-214A-BC01-6AA40CB68F67}" srcOrd="1" destOrd="0" presId="urn:microsoft.com/office/officeart/2005/8/layout/vList5"/>
    <dgm:cxn modelId="{012B2BFD-DF78-AE4F-B718-6E968ADA89AF}" type="presParOf" srcId="{9A72D26B-D7A3-E84C-AFE4-CBB16329CA01}" destId="{13895234-3AF0-8F4F-8F4B-7917CFABCA2C}" srcOrd="2" destOrd="0" presId="urn:microsoft.com/office/officeart/2005/8/layout/vList5"/>
    <dgm:cxn modelId="{6CFED3D3-A05A-D642-B835-C1F35EBB1325}" type="presParOf" srcId="{13895234-3AF0-8F4F-8F4B-7917CFABCA2C}" destId="{A780BFEF-AFC8-2C41-BEFB-EE224765C7E8}" srcOrd="0" destOrd="0" presId="urn:microsoft.com/office/officeart/2005/8/layout/vList5"/>
    <dgm:cxn modelId="{E15BC87D-A3FF-1142-BB07-82EB8C0FB7F0}" type="presParOf" srcId="{13895234-3AF0-8F4F-8F4B-7917CFABCA2C}" destId="{F31B1DCE-69C2-0643-8970-D787AD264B9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A68D595-A090-415E-AF4C-836F9988CC02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FED9FF-9972-46E1-AE60-E47BA9A109DF}">
      <dgm:prSet/>
      <dgm:spPr/>
      <dgm:t>
        <a:bodyPr/>
        <a:lstStyle/>
        <a:p>
          <a:r>
            <a:rPr lang="en-US" dirty="0"/>
            <a:t>Just a few rules that are easy to learn and follow</a:t>
          </a:r>
        </a:p>
      </dgm:t>
    </dgm:pt>
    <dgm:pt modelId="{56E85FF3-7861-4BE9-B8F6-D708BB3641D2}" type="parTrans" cxnId="{E204FBD3-A413-498C-9B5E-CA03269FF582}">
      <dgm:prSet/>
      <dgm:spPr/>
      <dgm:t>
        <a:bodyPr/>
        <a:lstStyle/>
        <a:p>
          <a:endParaRPr lang="en-US"/>
        </a:p>
      </dgm:t>
    </dgm:pt>
    <dgm:pt modelId="{B56C945A-85D8-4E3A-8637-B6255124CF8E}" type="sibTrans" cxnId="{E204FBD3-A413-498C-9B5E-CA03269FF582}">
      <dgm:prSet/>
      <dgm:spPr/>
      <dgm:t>
        <a:bodyPr/>
        <a:lstStyle/>
        <a:p>
          <a:endParaRPr lang="en-US"/>
        </a:p>
      </dgm:t>
    </dgm:pt>
    <dgm:pt modelId="{6FA10F23-0175-4C84-8C17-AFB9FC2D47E7}">
      <dgm:prSet/>
      <dgm:spPr/>
      <dgm:t>
        <a:bodyPr/>
        <a:lstStyle/>
        <a:p>
          <a:r>
            <a:rPr lang="en-US"/>
            <a:t>Streamline the SDLC</a:t>
          </a:r>
        </a:p>
      </dgm:t>
    </dgm:pt>
    <dgm:pt modelId="{A9FB778C-92B4-4ABD-9CA4-A3944CF094BE}" type="parTrans" cxnId="{58F6078E-7E01-4109-99C0-DE84198462F6}">
      <dgm:prSet/>
      <dgm:spPr/>
      <dgm:t>
        <a:bodyPr/>
        <a:lstStyle/>
        <a:p>
          <a:endParaRPr lang="en-US"/>
        </a:p>
      </dgm:t>
    </dgm:pt>
    <dgm:pt modelId="{1ECFA8F6-7359-478D-B16A-D16284BF1459}" type="sibTrans" cxnId="{58F6078E-7E01-4109-99C0-DE84198462F6}">
      <dgm:prSet/>
      <dgm:spPr/>
      <dgm:t>
        <a:bodyPr/>
        <a:lstStyle/>
        <a:p>
          <a:endParaRPr lang="en-US"/>
        </a:p>
      </dgm:t>
    </dgm:pt>
    <dgm:pt modelId="{56B447F6-3518-44A6-ACFC-9CD9196FB84B}">
      <dgm:prSet/>
      <dgm:spPr/>
      <dgm:t>
        <a:bodyPr/>
        <a:lstStyle/>
        <a:p>
          <a:r>
            <a:rPr lang="en-US"/>
            <a:t>Eliminate much of the modeling and documentation</a:t>
          </a:r>
        </a:p>
      </dgm:t>
    </dgm:pt>
    <dgm:pt modelId="{D729E2ED-FF87-4C6A-A67D-7EFC511FC56B}" type="parTrans" cxnId="{BCF36BC0-980A-45D6-8DFA-26092FB585D3}">
      <dgm:prSet/>
      <dgm:spPr/>
      <dgm:t>
        <a:bodyPr/>
        <a:lstStyle/>
        <a:p>
          <a:endParaRPr lang="en-US"/>
        </a:p>
      </dgm:t>
    </dgm:pt>
    <dgm:pt modelId="{8D68216A-8531-496B-9C10-033F1E238C31}" type="sibTrans" cxnId="{BCF36BC0-980A-45D6-8DFA-26092FB585D3}">
      <dgm:prSet/>
      <dgm:spPr/>
      <dgm:t>
        <a:bodyPr/>
        <a:lstStyle/>
        <a:p>
          <a:endParaRPr lang="en-US"/>
        </a:p>
      </dgm:t>
    </dgm:pt>
    <dgm:pt modelId="{02C73FBF-2732-458E-A877-B12A2BBD9B92}">
      <dgm:prSet/>
      <dgm:spPr/>
      <dgm:t>
        <a:bodyPr/>
        <a:lstStyle/>
        <a:p>
          <a:r>
            <a:rPr lang="en-US"/>
            <a:t>Emphasize simple, iterative application development</a:t>
          </a:r>
        </a:p>
      </dgm:t>
    </dgm:pt>
    <dgm:pt modelId="{7531914A-2507-421B-B732-E673791EEE18}" type="parTrans" cxnId="{48672AEE-8B36-4140-80F5-0E6BC69A6F6C}">
      <dgm:prSet/>
      <dgm:spPr/>
      <dgm:t>
        <a:bodyPr/>
        <a:lstStyle/>
        <a:p>
          <a:endParaRPr lang="en-US"/>
        </a:p>
      </dgm:t>
    </dgm:pt>
    <dgm:pt modelId="{46BDDFCC-41F9-4369-8DB3-049829F6FE32}" type="sibTrans" cxnId="{48672AEE-8B36-4140-80F5-0E6BC69A6F6C}">
      <dgm:prSet/>
      <dgm:spPr/>
      <dgm:t>
        <a:bodyPr/>
        <a:lstStyle/>
        <a:p>
          <a:endParaRPr lang="en-US"/>
        </a:p>
      </dgm:t>
    </dgm:pt>
    <dgm:pt modelId="{376BDDE4-1DA2-46C8-A825-9AF1DEDB7639}">
      <dgm:prSet/>
      <dgm:spPr/>
      <dgm:t>
        <a:bodyPr/>
        <a:lstStyle/>
        <a:p>
          <a:r>
            <a:rPr lang="en-US"/>
            <a:t>Type of Agile Development:</a:t>
          </a:r>
        </a:p>
      </dgm:t>
    </dgm:pt>
    <dgm:pt modelId="{CCDF25C1-5359-4071-BDB6-34C100A519DA}" type="parTrans" cxnId="{3E69918D-7188-4A52-94BB-67823C95493A}">
      <dgm:prSet/>
      <dgm:spPr/>
      <dgm:t>
        <a:bodyPr/>
        <a:lstStyle/>
        <a:p>
          <a:endParaRPr lang="en-US"/>
        </a:p>
      </dgm:t>
    </dgm:pt>
    <dgm:pt modelId="{C4940EB7-8D68-4A79-96F3-CCE39AFC47DE}" type="sibTrans" cxnId="{3E69918D-7188-4A52-94BB-67823C95493A}">
      <dgm:prSet/>
      <dgm:spPr/>
      <dgm:t>
        <a:bodyPr/>
        <a:lstStyle/>
        <a:p>
          <a:endParaRPr lang="en-US"/>
        </a:p>
      </dgm:t>
    </dgm:pt>
    <dgm:pt modelId="{A4054694-0245-4A71-844F-8EA6F7C51F01}">
      <dgm:prSet/>
      <dgm:spPr/>
      <dgm:t>
        <a:bodyPr/>
        <a:lstStyle/>
        <a:p>
          <a:r>
            <a:rPr lang="en-US"/>
            <a:t>Extreme Programming (XP) </a:t>
          </a:r>
          <a:r>
            <a:rPr lang="en-US" i="1"/>
            <a:t>(Kent Beck)</a:t>
          </a:r>
          <a:endParaRPr lang="en-US"/>
        </a:p>
      </dgm:t>
    </dgm:pt>
    <dgm:pt modelId="{730C3A5C-F0E7-4F79-B3BF-98A918A48B93}" type="parTrans" cxnId="{ED39D21B-7048-4EFE-8E07-ECF1DD86266E}">
      <dgm:prSet/>
      <dgm:spPr/>
      <dgm:t>
        <a:bodyPr/>
        <a:lstStyle/>
        <a:p>
          <a:endParaRPr lang="en-US"/>
        </a:p>
      </dgm:t>
    </dgm:pt>
    <dgm:pt modelId="{53E89415-FE3A-491D-850B-4472FE6B2833}" type="sibTrans" cxnId="{ED39D21B-7048-4EFE-8E07-ECF1DD86266E}">
      <dgm:prSet/>
      <dgm:spPr/>
      <dgm:t>
        <a:bodyPr/>
        <a:lstStyle/>
        <a:p>
          <a:endParaRPr lang="en-US"/>
        </a:p>
      </dgm:t>
    </dgm:pt>
    <dgm:pt modelId="{324A2017-263D-40E1-B6B5-0E13055BACD0}">
      <dgm:prSet/>
      <dgm:spPr/>
      <dgm:t>
        <a:bodyPr/>
        <a:lstStyle/>
        <a:p>
          <a:r>
            <a:rPr lang="en-US"/>
            <a:t>Scrum </a:t>
          </a:r>
          <a:r>
            <a:rPr lang="en-US" i="1"/>
            <a:t>(Ken Schwaber and Jeff Sutherland)</a:t>
          </a:r>
          <a:endParaRPr lang="en-US"/>
        </a:p>
      </dgm:t>
    </dgm:pt>
    <dgm:pt modelId="{E0048E72-F43C-405C-960E-8E598FF410CE}" type="parTrans" cxnId="{B35C06A5-172E-4382-B428-6A6793F0C7C2}">
      <dgm:prSet/>
      <dgm:spPr/>
      <dgm:t>
        <a:bodyPr/>
        <a:lstStyle/>
        <a:p>
          <a:endParaRPr lang="en-US"/>
        </a:p>
      </dgm:t>
    </dgm:pt>
    <dgm:pt modelId="{2D33698A-A807-4835-9C5D-0A88F56497FB}" type="sibTrans" cxnId="{B35C06A5-172E-4382-B428-6A6793F0C7C2}">
      <dgm:prSet/>
      <dgm:spPr/>
      <dgm:t>
        <a:bodyPr/>
        <a:lstStyle/>
        <a:p>
          <a:endParaRPr lang="en-US"/>
        </a:p>
      </dgm:t>
    </dgm:pt>
    <dgm:pt modelId="{BA8F49D6-1D74-48BA-9C79-31E970D24FC5}">
      <dgm:prSet/>
      <dgm:spPr/>
      <dgm:t>
        <a:bodyPr/>
        <a:lstStyle/>
        <a:p>
          <a:r>
            <a:rPr lang="en-US"/>
            <a:t>Lean Development </a:t>
          </a:r>
          <a:r>
            <a:rPr lang="en-US" i="1"/>
            <a:t>(Mary Poppendieck and Tom Poppendieck)</a:t>
          </a:r>
          <a:endParaRPr lang="en-US"/>
        </a:p>
      </dgm:t>
    </dgm:pt>
    <dgm:pt modelId="{37A8C960-5084-4C48-9F1A-CEABF1C0A553}" type="parTrans" cxnId="{5A60B619-7CC3-4B0D-9D8D-6B0573B4997B}">
      <dgm:prSet/>
      <dgm:spPr/>
      <dgm:t>
        <a:bodyPr/>
        <a:lstStyle/>
        <a:p>
          <a:endParaRPr lang="en-US"/>
        </a:p>
      </dgm:t>
    </dgm:pt>
    <dgm:pt modelId="{8FBC31E5-1BEA-4769-9155-37454AB1DBE9}" type="sibTrans" cxnId="{5A60B619-7CC3-4B0D-9D8D-6B0573B4997B}">
      <dgm:prSet/>
      <dgm:spPr/>
      <dgm:t>
        <a:bodyPr/>
        <a:lstStyle/>
        <a:p>
          <a:endParaRPr lang="en-US"/>
        </a:p>
      </dgm:t>
    </dgm:pt>
    <dgm:pt modelId="{8D267D25-DB09-4C46-B35F-FD482F176746}">
      <dgm:prSet/>
      <dgm:spPr/>
      <dgm:t>
        <a:bodyPr/>
        <a:lstStyle/>
        <a:p>
          <a:r>
            <a:rPr lang="en-US"/>
            <a:t>Dynamic Systems Development Model (DSDM) </a:t>
          </a:r>
          <a:r>
            <a:rPr lang="en-US" i="1"/>
            <a:t>(</a:t>
          </a:r>
          <a:r>
            <a:rPr lang="id-ID" i="1"/>
            <a:t>Dane Faulkner</a:t>
          </a:r>
          <a:r>
            <a:rPr lang="en-US" i="1"/>
            <a:t>)</a:t>
          </a:r>
          <a:endParaRPr lang="en-US"/>
        </a:p>
      </dgm:t>
    </dgm:pt>
    <dgm:pt modelId="{BFE95AA1-E8C9-42A5-9E5C-68D4E610B84F}" type="parTrans" cxnId="{5D96962C-783D-4F5F-ABCD-F35E3495BA1D}">
      <dgm:prSet/>
      <dgm:spPr/>
      <dgm:t>
        <a:bodyPr/>
        <a:lstStyle/>
        <a:p>
          <a:endParaRPr lang="en-US"/>
        </a:p>
      </dgm:t>
    </dgm:pt>
    <dgm:pt modelId="{9D04BE95-AE48-48D6-81AB-1CA8590F2DAA}" type="sibTrans" cxnId="{5D96962C-783D-4F5F-ABCD-F35E3495BA1D}">
      <dgm:prSet/>
      <dgm:spPr/>
      <dgm:t>
        <a:bodyPr/>
        <a:lstStyle/>
        <a:p>
          <a:endParaRPr lang="en-US"/>
        </a:p>
      </dgm:t>
    </dgm:pt>
    <dgm:pt modelId="{09C2FF22-ECDB-0042-B6A0-76BF4C5BB13F}" type="pres">
      <dgm:prSet presAssocID="{0A68D595-A090-415E-AF4C-836F9988CC02}" presName="linear" presStyleCnt="0">
        <dgm:presLayoutVars>
          <dgm:dir/>
          <dgm:animLvl val="lvl"/>
          <dgm:resizeHandles val="exact"/>
        </dgm:presLayoutVars>
      </dgm:prSet>
      <dgm:spPr/>
    </dgm:pt>
    <dgm:pt modelId="{6E527FF2-C95C-0B4D-8CE9-A967E5CAEBB4}" type="pres">
      <dgm:prSet presAssocID="{13FED9FF-9972-46E1-AE60-E47BA9A109DF}" presName="parentLin" presStyleCnt="0"/>
      <dgm:spPr/>
    </dgm:pt>
    <dgm:pt modelId="{02AA4A02-3774-0949-A051-CDE18E9DBBBE}" type="pres">
      <dgm:prSet presAssocID="{13FED9FF-9972-46E1-AE60-E47BA9A109DF}" presName="parentLeftMargin" presStyleLbl="node1" presStyleIdx="0" presStyleCnt="3"/>
      <dgm:spPr/>
    </dgm:pt>
    <dgm:pt modelId="{2589F1FB-355C-C843-B5D5-2E941737DEBE}" type="pres">
      <dgm:prSet presAssocID="{13FED9FF-9972-46E1-AE60-E47BA9A109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CE530D-BE76-674E-8F99-E24DC1A2E3A5}" type="pres">
      <dgm:prSet presAssocID="{13FED9FF-9972-46E1-AE60-E47BA9A109DF}" presName="negativeSpace" presStyleCnt="0"/>
      <dgm:spPr/>
    </dgm:pt>
    <dgm:pt modelId="{61BDB8FA-94F8-1D4A-9457-4116CB38CCCA}" type="pres">
      <dgm:prSet presAssocID="{13FED9FF-9972-46E1-AE60-E47BA9A109DF}" presName="childText" presStyleLbl="conFgAcc1" presStyleIdx="0" presStyleCnt="3">
        <dgm:presLayoutVars>
          <dgm:bulletEnabled val="1"/>
        </dgm:presLayoutVars>
      </dgm:prSet>
      <dgm:spPr/>
    </dgm:pt>
    <dgm:pt modelId="{D148D9C8-4A97-2849-A243-D0AFD2BBE36E}" type="pres">
      <dgm:prSet presAssocID="{B56C945A-85D8-4E3A-8637-B6255124CF8E}" presName="spaceBetweenRectangles" presStyleCnt="0"/>
      <dgm:spPr/>
    </dgm:pt>
    <dgm:pt modelId="{C999B84E-CFC5-A042-BF23-94CE2F467FE6}" type="pres">
      <dgm:prSet presAssocID="{6FA10F23-0175-4C84-8C17-AFB9FC2D47E7}" presName="parentLin" presStyleCnt="0"/>
      <dgm:spPr/>
    </dgm:pt>
    <dgm:pt modelId="{4B4BBA9D-6F36-844A-AB6C-B01D73A82667}" type="pres">
      <dgm:prSet presAssocID="{6FA10F23-0175-4C84-8C17-AFB9FC2D47E7}" presName="parentLeftMargin" presStyleLbl="node1" presStyleIdx="0" presStyleCnt="3"/>
      <dgm:spPr/>
    </dgm:pt>
    <dgm:pt modelId="{6AAB21F2-D078-0E4E-B33C-9E593DAD99B0}" type="pres">
      <dgm:prSet presAssocID="{6FA10F23-0175-4C84-8C17-AFB9FC2D47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BBA06F8-6164-4A47-AEA5-B500BE363535}" type="pres">
      <dgm:prSet presAssocID="{6FA10F23-0175-4C84-8C17-AFB9FC2D47E7}" presName="negativeSpace" presStyleCnt="0"/>
      <dgm:spPr/>
    </dgm:pt>
    <dgm:pt modelId="{7FBEC805-9EF1-2A44-A274-2D8FEDF5B70D}" type="pres">
      <dgm:prSet presAssocID="{6FA10F23-0175-4C84-8C17-AFB9FC2D47E7}" presName="childText" presStyleLbl="conFgAcc1" presStyleIdx="1" presStyleCnt="3">
        <dgm:presLayoutVars>
          <dgm:bulletEnabled val="1"/>
        </dgm:presLayoutVars>
      </dgm:prSet>
      <dgm:spPr/>
    </dgm:pt>
    <dgm:pt modelId="{C59FDC56-07F9-DC4A-8461-108B462043C6}" type="pres">
      <dgm:prSet presAssocID="{1ECFA8F6-7359-478D-B16A-D16284BF1459}" presName="spaceBetweenRectangles" presStyleCnt="0"/>
      <dgm:spPr/>
    </dgm:pt>
    <dgm:pt modelId="{30BAF8B6-6E8A-2F4F-85C9-58088AF19640}" type="pres">
      <dgm:prSet presAssocID="{376BDDE4-1DA2-46C8-A825-9AF1DEDB7639}" presName="parentLin" presStyleCnt="0"/>
      <dgm:spPr/>
    </dgm:pt>
    <dgm:pt modelId="{81845370-4A2D-CE4E-A0E5-3B3CC9B9A44B}" type="pres">
      <dgm:prSet presAssocID="{376BDDE4-1DA2-46C8-A825-9AF1DEDB7639}" presName="parentLeftMargin" presStyleLbl="node1" presStyleIdx="1" presStyleCnt="3"/>
      <dgm:spPr/>
    </dgm:pt>
    <dgm:pt modelId="{9C1F420D-D359-DB46-9ABE-008EC6D6C755}" type="pres">
      <dgm:prSet presAssocID="{376BDDE4-1DA2-46C8-A825-9AF1DEDB763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7457D79-14A0-A741-8B1B-6CEE905D668C}" type="pres">
      <dgm:prSet presAssocID="{376BDDE4-1DA2-46C8-A825-9AF1DEDB7639}" presName="negativeSpace" presStyleCnt="0"/>
      <dgm:spPr/>
    </dgm:pt>
    <dgm:pt modelId="{4A466DC5-D1F9-E14C-B006-6C514EDE47BE}" type="pres">
      <dgm:prSet presAssocID="{376BDDE4-1DA2-46C8-A825-9AF1DEDB763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3076012-6847-914C-A648-7D4FB9B812D1}" type="presOf" srcId="{8D267D25-DB09-4C46-B35F-FD482F176746}" destId="{4A466DC5-D1F9-E14C-B006-6C514EDE47BE}" srcOrd="0" destOrd="3" presId="urn:microsoft.com/office/officeart/2005/8/layout/list1"/>
    <dgm:cxn modelId="{E3EDB318-0E7A-B847-911F-796919D91B4D}" type="presOf" srcId="{A4054694-0245-4A71-844F-8EA6F7C51F01}" destId="{4A466DC5-D1F9-E14C-B006-6C514EDE47BE}" srcOrd="0" destOrd="0" presId="urn:microsoft.com/office/officeart/2005/8/layout/list1"/>
    <dgm:cxn modelId="{5A60B619-7CC3-4B0D-9D8D-6B0573B4997B}" srcId="{376BDDE4-1DA2-46C8-A825-9AF1DEDB7639}" destId="{BA8F49D6-1D74-48BA-9C79-31E970D24FC5}" srcOrd="2" destOrd="0" parTransId="{37A8C960-5084-4C48-9F1A-CEABF1C0A553}" sibTransId="{8FBC31E5-1BEA-4769-9155-37454AB1DBE9}"/>
    <dgm:cxn modelId="{ED39D21B-7048-4EFE-8E07-ECF1DD86266E}" srcId="{376BDDE4-1DA2-46C8-A825-9AF1DEDB7639}" destId="{A4054694-0245-4A71-844F-8EA6F7C51F01}" srcOrd="0" destOrd="0" parTransId="{730C3A5C-F0E7-4F79-B3BF-98A918A48B93}" sibTransId="{53E89415-FE3A-491D-850B-4472FE6B2833}"/>
    <dgm:cxn modelId="{9F7E2720-FDCB-4F42-953B-F56315A5E79C}" type="presOf" srcId="{02C73FBF-2732-458E-A877-B12A2BBD9B92}" destId="{7FBEC805-9EF1-2A44-A274-2D8FEDF5B70D}" srcOrd="0" destOrd="1" presId="urn:microsoft.com/office/officeart/2005/8/layout/list1"/>
    <dgm:cxn modelId="{5D96962C-783D-4F5F-ABCD-F35E3495BA1D}" srcId="{376BDDE4-1DA2-46C8-A825-9AF1DEDB7639}" destId="{8D267D25-DB09-4C46-B35F-FD482F176746}" srcOrd="3" destOrd="0" parTransId="{BFE95AA1-E8C9-42A5-9E5C-68D4E610B84F}" sibTransId="{9D04BE95-AE48-48D6-81AB-1CA8590F2DAA}"/>
    <dgm:cxn modelId="{5E1CB435-65D3-D348-B8C0-7F22F865BD3E}" type="presOf" srcId="{324A2017-263D-40E1-B6B5-0E13055BACD0}" destId="{4A466DC5-D1F9-E14C-B006-6C514EDE47BE}" srcOrd="0" destOrd="1" presId="urn:microsoft.com/office/officeart/2005/8/layout/list1"/>
    <dgm:cxn modelId="{AC486764-92D2-3046-9AC3-E98261379DD0}" type="presOf" srcId="{13FED9FF-9972-46E1-AE60-E47BA9A109DF}" destId="{02AA4A02-3774-0949-A051-CDE18E9DBBBE}" srcOrd="0" destOrd="0" presId="urn:microsoft.com/office/officeart/2005/8/layout/list1"/>
    <dgm:cxn modelId="{1E98477D-3E48-314E-949C-404282CEBB14}" type="presOf" srcId="{56B447F6-3518-44A6-ACFC-9CD9196FB84B}" destId="{7FBEC805-9EF1-2A44-A274-2D8FEDF5B70D}" srcOrd="0" destOrd="0" presId="urn:microsoft.com/office/officeart/2005/8/layout/list1"/>
    <dgm:cxn modelId="{64935F7F-B087-EB4A-9400-13F693846A01}" type="presOf" srcId="{BA8F49D6-1D74-48BA-9C79-31E970D24FC5}" destId="{4A466DC5-D1F9-E14C-B006-6C514EDE47BE}" srcOrd="0" destOrd="2" presId="urn:microsoft.com/office/officeart/2005/8/layout/list1"/>
    <dgm:cxn modelId="{BD741888-D0D8-A342-BCD7-3B2B164E42A5}" type="presOf" srcId="{6FA10F23-0175-4C84-8C17-AFB9FC2D47E7}" destId="{6AAB21F2-D078-0E4E-B33C-9E593DAD99B0}" srcOrd="1" destOrd="0" presId="urn:microsoft.com/office/officeart/2005/8/layout/list1"/>
    <dgm:cxn modelId="{037BE189-00DD-2E4B-9077-44DF468CAE5D}" type="presOf" srcId="{13FED9FF-9972-46E1-AE60-E47BA9A109DF}" destId="{2589F1FB-355C-C843-B5D5-2E941737DEBE}" srcOrd="1" destOrd="0" presId="urn:microsoft.com/office/officeart/2005/8/layout/list1"/>
    <dgm:cxn modelId="{3E69918D-7188-4A52-94BB-67823C95493A}" srcId="{0A68D595-A090-415E-AF4C-836F9988CC02}" destId="{376BDDE4-1DA2-46C8-A825-9AF1DEDB7639}" srcOrd="2" destOrd="0" parTransId="{CCDF25C1-5359-4071-BDB6-34C100A519DA}" sibTransId="{C4940EB7-8D68-4A79-96F3-CCE39AFC47DE}"/>
    <dgm:cxn modelId="{58F6078E-7E01-4109-99C0-DE84198462F6}" srcId="{0A68D595-A090-415E-AF4C-836F9988CC02}" destId="{6FA10F23-0175-4C84-8C17-AFB9FC2D47E7}" srcOrd="1" destOrd="0" parTransId="{A9FB778C-92B4-4ABD-9CA4-A3944CF094BE}" sibTransId="{1ECFA8F6-7359-478D-B16A-D16284BF1459}"/>
    <dgm:cxn modelId="{B35C06A5-172E-4382-B428-6A6793F0C7C2}" srcId="{376BDDE4-1DA2-46C8-A825-9AF1DEDB7639}" destId="{324A2017-263D-40E1-B6B5-0E13055BACD0}" srcOrd="1" destOrd="0" parTransId="{E0048E72-F43C-405C-960E-8E598FF410CE}" sibTransId="{2D33698A-A807-4835-9C5D-0A88F56497FB}"/>
    <dgm:cxn modelId="{BCF36BC0-980A-45D6-8DFA-26092FB585D3}" srcId="{6FA10F23-0175-4C84-8C17-AFB9FC2D47E7}" destId="{56B447F6-3518-44A6-ACFC-9CD9196FB84B}" srcOrd="0" destOrd="0" parTransId="{D729E2ED-FF87-4C6A-A67D-7EFC511FC56B}" sibTransId="{8D68216A-8531-496B-9C10-033F1E238C31}"/>
    <dgm:cxn modelId="{E204FBD3-A413-498C-9B5E-CA03269FF582}" srcId="{0A68D595-A090-415E-AF4C-836F9988CC02}" destId="{13FED9FF-9972-46E1-AE60-E47BA9A109DF}" srcOrd="0" destOrd="0" parTransId="{56E85FF3-7861-4BE9-B8F6-D708BB3641D2}" sibTransId="{B56C945A-85D8-4E3A-8637-B6255124CF8E}"/>
    <dgm:cxn modelId="{12BFC0DB-AC60-3644-897B-9E879DA3D24E}" type="presOf" srcId="{6FA10F23-0175-4C84-8C17-AFB9FC2D47E7}" destId="{4B4BBA9D-6F36-844A-AB6C-B01D73A82667}" srcOrd="0" destOrd="0" presId="urn:microsoft.com/office/officeart/2005/8/layout/list1"/>
    <dgm:cxn modelId="{D8EF6FDF-EF9D-6141-8672-B46729609D9D}" type="presOf" srcId="{376BDDE4-1DA2-46C8-A825-9AF1DEDB7639}" destId="{81845370-4A2D-CE4E-A0E5-3B3CC9B9A44B}" srcOrd="0" destOrd="0" presId="urn:microsoft.com/office/officeart/2005/8/layout/list1"/>
    <dgm:cxn modelId="{48672AEE-8B36-4140-80F5-0E6BC69A6F6C}" srcId="{6FA10F23-0175-4C84-8C17-AFB9FC2D47E7}" destId="{02C73FBF-2732-458E-A877-B12A2BBD9B92}" srcOrd="1" destOrd="0" parTransId="{7531914A-2507-421B-B732-E673791EEE18}" sibTransId="{46BDDFCC-41F9-4369-8DB3-049829F6FE32}"/>
    <dgm:cxn modelId="{201B74F7-4BA0-7A4B-8612-42A1F0B16CF9}" type="presOf" srcId="{0A68D595-A090-415E-AF4C-836F9988CC02}" destId="{09C2FF22-ECDB-0042-B6A0-76BF4C5BB13F}" srcOrd="0" destOrd="0" presId="urn:microsoft.com/office/officeart/2005/8/layout/list1"/>
    <dgm:cxn modelId="{1A0D79F9-B532-F042-BFED-01DA1D954DB2}" type="presOf" srcId="{376BDDE4-1DA2-46C8-A825-9AF1DEDB7639}" destId="{9C1F420D-D359-DB46-9ABE-008EC6D6C755}" srcOrd="1" destOrd="0" presId="urn:microsoft.com/office/officeart/2005/8/layout/list1"/>
    <dgm:cxn modelId="{CE5E4F83-B443-C443-A599-BC8B5B7226EC}" type="presParOf" srcId="{09C2FF22-ECDB-0042-B6A0-76BF4C5BB13F}" destId="{6E527FF2-C95C-0B4D-8CE9-A967E5CAEBB4}" srcOrd="0" destOrd="0" presId="urn:microsoft.com/office/officeart/2005/8/layout/list1"/>
    <dgm:cxn modelId="{9A6CE03B-A022-B44A-AC2F-CF3C0CFD4835}" type="presParOf" srcId="{6E527FF2-C95C-0B4D-8CE9-A967E5CAEBB4}" destId="{02AA4A02-3774-0949-A051-CDE18E9DBBBE}" srcOrd="0" destOrd="0" presId="urn:microsoft.com/office/officeart/2005/8/layout/list1"/>
    <dgm:cxn modelId="{B2AC373C-B4E6-6A47-AAE5-57CC1CEE9076}" type="presParOf" srcId="{6E527FF2-C95C-0B4D-8CE9-A967E5CAEBB4}" destId="{2589F1FB-355C-C843-B5D5-2E941737DEBE}" srcOrd="1" destOrd="0" presId="urn:microsoft.com/office/officeart/2005/8/layout/list1"/>
    <dgm:cxn modelId="{2D1C0735-2BAD-BF47-976E-EA945725C862}" type="presParOf" srcId="{09C2FF22-ECDB-0042-B6A0-76BF4C5BB13F}" destId="{10CE530D-BE76-674E-8F99-E24DC1A2E3A5}" srcOrd="1" destOrd="0" presId="urn:microsoft.com/office/officeart/2005/8/layout/list1"/>
    <dgm:cxn modelId="{060ED936-B3F5-6D43-8115-D9DF73B31B2D}" type="presParOf" srcId="{09C2FF22-ECDB-0042-B6A0-76BF4C5BB13F}" destId="{61BDB8FA-94F8-1D4A-9457-4116CB38CCCA}" srcOrd="2" destOrd="0" presId="urn:microsoft.com/office/officeart/2005/8/layout/list1"/>
    <dgm:cxn modelId="{4BB24F3C-8F85-5843-8F21-EB1F961F206A}" type="presParOf" srcId="{09C2FF22-ECDB-0042-B6A0-76BF4C5BB13F}" destId="{D148D9C8-4A97-2849-A243-D0AFD2BBE36E}" srcOrd="3" destOrd="0" presId="urn:microsoft.com/office/officeart/2005/8/layout/list1"/>
    <dgm:cxn modelId="{4AD3E408-59EE-8141-8F81-2475B11E14ED}" type="presParOf" srcId="{09C2FF22-ECDB-0042-B6A0-76BF4C5BB13F}" destId="{C999B84E-CFC5-A042-BF23-94CE2F467FE6}" srcOrd="4" destOrd="0" presId="urn:microsoft.com/office/officeart/2005/8/layout/list1"/>
    <dgm:cxn modelId="{4E50D1AD-9B08-0149-B267-CD7141289880}" type="presParOf" srcId="{C999B84E-CFC5-A042-BF23-94CE2F467FE6}" destId="{4B4BBA9D-6F36-844A-AB6C-B01D73A82667}" srcOrd="0" destOrd="0" presId="urn:microsoft.com/office/officeart/2005/8/layout/list1"/>
    <dgm:cxn modelId="{A845F74D-C327-0A4E-B896-2C540ECC85A6}" type="presParOf" srcId="{C999B84E-CFC5-A042-BF23-94CE2F467FE6}" destId="{6AAB21F2-D078-0E4E-B33C-9E593DAD99B0}" srcOrd="1" destOrd="0" presId="urn:microsoft.com/office/officeart/2005/8/layout/list1"/>
    <dgm:cxn modelId="{1C455555-87E0-EC47-B249-573074A37956}" type="presParOf" srcId="{09C2FF22-ECDB-0042-B6A0-76BF4C5BB13F}" destId="{9BBA06F8-6164-4A47-AEA5-B500BE363535}" srcOrd="5" destOrd="0" presId="urn:microsoft.com/office/officeart/2005/8/layout/list1"/>
    <dgm:cxn modelId="{2375CAFE-0DFD-F24B-BB46-A7098A1062AB}" type="presParOf" srcId="{09C2FF22-ECDB-0042-B6A0-76BF4C5BB13F}" destId="{7FBEC805-9EF1-2A44-A274-2D8FEDF5B70D}" srcOrd="6" destOrd="0" presId="urn:microsoft.com/office/officeart/2005/8/layout/list1"/>
    <dgm:cxn modelId="{FEAC288C-5324-6B40-90F3-2211C74001F9}" type="presParOf" srcId="{09C2FF22-ECDB-0042-B6A0-76BF4C5BB13F}" destId="{C59FDC56-07F9-DC4A-8461-108B462043C6}" srcOrd="7" destOrd="0" presId="urn:microsoft.com/office/officeart/2005/8/layout/list1"/>
    <dgm:cxn modelId="{21B430FF-8FF5-0A43-8C1B-BC5B7DF25970}" type="presParOf" srcId="{09C2FF22-ECDB-0042-B6A0-76BF4C5BB13F}" destId="{30BAF8B6-6E8A-2F4F-85C9-58088AF19640}" srcOrd="8" destOrd="0" presId="urn:microsoft.com/office/officeart/2005/8/layout/list1"/>
    <dgm:cxn modelId="{E92F3E64-CBF0-E547-88B3-03DEFAC6B355}" type="presParOf" srcId="{30BAF8B6-6E8A-2F4F-85C9-58088AF19640}" destId="{81845370-4A2D-CE4E-A0E5-3B3CC9B9A44B}" srcOrd="0" destOrd="0" presId="urn:microsoft.com/office/officeart/2005/8/layout/list1"/>
    <dgm:cxn modelId="{C4F90A7A-D472-4947-89CF-6962E4FD39B8}" type="presParOf" srcId="{30BAF8B6-6E8A-2F4F-85C9-58088AF19640}" destId="{9C1F420D-D359-DB46-9ABE-008EC6D6C755}" srcOrd="1" destOrd="0" presId="urn:microsoft.com/office/officeart/2005/8/layout/list1"/>
    <dgm:cxn modelId="{9CB8A1F7-438B-DD45-BBAB-4E6D1487F6FD}" type="presParOf" srcId="{09C2FF22-ECDB-0042-B6A0-76BF4C5BB13F}" destId="{27457D79-14A0-A741-8B1B-6CEE905D668C}" srcOrd="9" destOrd="0" presId="urn:microsoft.com/office/officeart/2005/8/layout/list1"/>
    <dgm:cxn modelId="{A5C08ECF-3911-AA44-BFD5-6F1F22B3A3E6}" type="presParOf" srcId="{09C2FF22-ECDB-0042-B6A0-76BF4C5BB13F}" destId="{4A466DC5-D1F9-E14C-B006-6C514EDE47B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4C5D054-92C1-4C3B-A27C-44C6DC81ADC6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458325-B44E-4B0A-A1D5-E501134FA9A9}">
      <dgm:prSet/>
      <dgm:spPr/>
      <dgm:t>
        <a:bodyPr/>
        <a:lstStyle/>
        <a:p>
          <a:r>
            <a:rPr lang="en-US"/>
            <a:t>Clarity of User Requirements</a:t>
          </a:r>
        </a:p>
      </dgm:t>
    </dgm:pt>
    <dgm:pt modelId="{82A06000-AC1B-4CE8-96AD-6A5D2D02563F}" type="parTrans" cxnId="{2B7ED30B-87EE-42C8-B918-33C0BFBCE676}">
      <dgm:prSet/>
      <dgm:spPr/>
      <dgm:t>
        <a:bodyPr/>
        <a:lstStyle/>
        <a:p>
          <a:endParaRPr lang="en-US"/>
        </a:p>
      </dgm:t>
    </dgm:pt>
    <dgm:pt modelId="{93BBE009-DDDD-4358-B2CC-0DD2031394D8}" type="sibTrans" cxnId="{2B7ED30B-87EE-42C8-B918-33C0BFBCE676}">
      <dgm:prSet/>
      <dgm:spPr/>
      <dgm:t>
        <a:bodyPr/>
        <a:lstStyle/>
        <a:p>
          <a:endParaRPr lang="en-US"/>
        </a:p>
      </dgm:t>
    </dgm:pt>
    <dgm:pt modelId="{6B619CE8-79DD-40AD-9DDC-7D764CEDF494}">
      <dgm:prSet/>
      <dgm:spPr/>
      <dgm:t>
        <a:bodyPr/>
        <a:lstStyle/>
        <a:p>
          <a:r>
            <a:rPr lang="en-US"/>
            <a:t>Familiarity with Technology</a:t>
          </a:r>
        </a:p>
      </dgm:t>
    </dgm:pt>
    <dgm:pt modelId="{5E7E3395-8CEF-49E5-95F8-6E35379DD240}" type="parTrans" cxnId="{39398757-763C-4F79-80E0-755103D71B9B}">
      <dgm:prSet/>
      <dgm:spPr/>
      <dgm:t>
        <a:bodyPr/>
        <a:lstStyle/>
        <a:p>
          <a:endParaRPr lang="en-US"/>
        </a:p>
      </dgm:t>
    </dgm:pt>
    <dgm:pt modelId="{D7E24B4C-C2AE-4B62-8219-3E5EEA04712A}" type="sibTrans" cxnId="{39398757-763C-4F79-80E0-755103D71B9B}">
      <dgm:prSet/>
      <dgm:spPr/>
      <dgm:t>
        <a:bodyPr/>
        <a:lstStyle/>
        <a:p>
          <a:endParaRPr lang="en-US"/>
        </a:p>
      </dgm:t>
    </dgm:pt>
    <dgm:pt modelId="{8582E7B8-261A-4906-A637-545BD16E2706}">
      <dgm:prSet/>
      <dgm:spPr/>
      <dgm:t>
        <a:bodyPr/>
        <a:lstStyle/>
        <a:p>
          <a:r>
            <a:rPr lang="en-US"/>
            <a:t>System Complexity</a:t>
          </a:r>
        </a:p>
      </dgm:t>
    </dgm:pt>
    <dgm:pt modelId="{1395CBA9-F01D-488B-A82A-95703794449C}" type="parTrans" cxnId="{CA190431-25A5-4355-86F7-7C6FE22DAED2}">
      <dgm:prSet/>
      <dgm:spPr/>
      <dgm:t>
        <a:bodyPr/>
        <a:lstStyle/>
        <a:p>
          <a:endParaRPr lang="en-US"/>
        </a:p>
      </dgm:t>
    </dgm:pt>
    <dgm:pt modelId="{C9A7573D-3E2F-41A7-B812-69BA537DDE41}" type="sibTrans" cxnId="{CA190431-25A5-4355-86F7-7C6FE22DAED2}">
      <dgm:prSet/>
      <dgm:spPr/>
      <dgm:t>
        <a:bodyPr/>
        <a:lstStyle/>
        <a:p>
          <a:endParaRPr lang="en-US"/>
        </a:p>
      </dgm:t>
    </dgm:pt>
    <dgm:pt modelId="{0E82D4B8-418F-4166-A6B8-80F5C9210C4D}">
      <dgm:prSet/>
      <dgm:spPr/>
      <dgm:t>
        <a:bodyPr/>
        <a:lstStyle/>
        <a:p>
          <a:r>
            <a:rPr lang="en-US"/>
            <a:t>System Reliability</a:t>
          </a:r>
        </a:p>
      </dgm:t>
    </dgm:pt>
    <dgm:pt modelId="{B515219C-04DF-47E5-8C75-4642CAF3EC64}" type="parTrans" cxnId="{5EE70948-4DB5-4834-BEEB-2A67494AAC5B}">
      <dgm:prSet/>
      <dgm:spPr/>
      <dgm:t>
        <a:bodyPr/>
        <a:lstStyle/>
        <a:p>
          <a:endParaRPr lang="en-US"/>
        </a:p>
      </dgm:t>
    </dgm:pt>
    <dgm:pt modelId="{38A14E9D-F21F-4D09-877E-F7A84DE45D2C}" type="sibTrans" cxnId="{5EE70948-4DB5-4834-BEEB-2A67494AAC5B}">
      <dgm:prSet/>
      <dgm:spPr/>
      <dgm:t>
        <a:bodyPr/>
        <a:lstStyle/>
        <a:p>
          <a:endParaRPr lang="en-US"/>
        </a:p>
      </dgm:t>
    </dgm:pt>
    <dgm:pt modelId="{3BFDF021-2898-455E-B3B6-22078CAC5469}">
      <dgm:prSet/>
      <dgm:spPr/>
      <dgm:t>
        <a:bodyPr/>
        <a:lstStyle/>
        <a:p>
          <a:r>
            <a:rPr lang="en-US"/>
            <a:t>Short Time Schedules</a:t>
          </a:r>
        </a:p>
      </dgm:t>
    </dgm:pt>
    <dgm:pt modelId="{81CE5EFA-49B6-4ABE-8DB0-271A16D48B3E}" type="parTrans" cxnId="{6980F3E3-861B-4440-820E-B2BBB638E4D2}">
      <dgm:prSet/>
      <dgm:spPr/>
      <dgm:t>
        <a:bodyPr/>
        <a:lstStyle/>
        <a:p>
          <a:endParaRPr lang="en-US"/>
        </a:p>
      </dgm:t>
    </dgm:pt>
    <dgm:pt modelId="{DD798BF7-B2E0-4577-949C-0F51C04E6B3B}" type="sibTrans" cxnId="{6980F3E3-861B-4440-820E-B2BBB638E4D2}">
      <dgm:prSet/>
      <dgm:spPr/>
      <dgm:t>
        <a:bodyPr/>
        <a:lstStyle/>
        <a:p>
          <a:endParaRPr lang="en-US"/>
        </a:p>
      </dgm:t>
    </dgm:pt>
    <dgm:pt modelId="{EFDF3E80-25DB-4F75-A802-56056A5D9402}">
      <dgm:prSet/>
      <dgm:spPr/>
      <dgm:t>
        <a:bodyPr/>
        <a:lstStyle/>
        <a:p>
          <a:r>
            <a:rPr lang="en-US"/>
            <a:t>Schedule Visibility</a:t>
          </a:r>
        </a:p>
      </dgm:t>
    </dgm:pt>
    <dgm:pt modelId="{377B665B-CD55-4B17-B54D-3246EC8023D2}" type="parTrans" cxnId="{A2DAE246-AB98-4C59-BA5F-4AFF2B88CBFB}">
      <dgm:prSet/>
      <dgm:spPr/>
      <dgm:t>
        <a:bodyPr/>
        <a:lstStyle/>
        <a:p>
          <a:endParaRPr lang="en-US"/>
        </a:p>
      </dgm:t>
    </dgm:pt>
    <dgm:pt modelId="{19939AD2-3158-45E3-9A02-E315529AEB68}" type="sibTrans" cxnId="{A2DAE246-AB98-4C59-BA5F-4AFF2B88CBFB}">
      <dgm:prSet/>
      <dgm:spPr/>
      <dgm:t>
        <a:bodyPr/>
        <a:lstStyle/>
        <a:p>
          <a:endParaRPr lang="en-US"/>
        </a:p>
      </dgm:t>
    </dgm:pt>
    <dgm:pt modelId="{DDB9A627-DC7A-7A4F-ABA3-B6D38B716308}" type="pres">
      <dgm:prSet presAssocID="{44C5D054-92C1-4C3B-A27C-44C6DC81ADC6}" presName="diagram" presStyleCnt="0">
        <dgm:presLayoutVars>
          <dgm:dir/>
          <dgm:resizeHandles val="exact"/>
        </dgm:presLayoutVars>
      </dgm:prSet>
      <dgm:spPr/>
    </dgm:pt>
    <dgm:pt modelId="{F435950A-8E81-1A49-8683-69C9B614794A}" type="pres">
      <dgm:prSet presAssocID="{43458325-B44E-4B0A-A1D5-E501134FA9A9}" presName="node" presStyleLbl="node1" presStyleIdx="0" presStyleCnt="6">
        <dgm:presLayoutVars>
          <dgm:bulletEnabled val="1"/>
        </dgm:presLayoutVars>
      </dgm:prSet>
      <dgm:spPr/>
    </dgm:pt>
    <dgm:pt modelId="{9CF0913A-5BCB-3F4F-B2E2-AE3BF9D23BD8}" type="pres">
      <dgm:prSet presAssocID="{93BBE009-DDDD-4358-B2CC-0DD2031394D8}" presName="sibTrans" presStyleCnt="0"/>
      <dgm:spPr/>
    </dgm:pt>
    <dgm:pt modelId="{61CF91B5-C1EA-A442-B87E-3DC787EAFFE5}" type="pres">
      <dgm:prSet presAssocID="{6B619CE8-79DD-40AD-9DDC-7D764CEDF494}" presName="node" presStyleLbl="node1" presStyleIdx="1" presStyleCnt="6">
        <dgm:presLayoutVars>
          <dgm:bulletEnabled val="1"/>
        </dgm:presLayoutVars>
      </dgm:prSet>
      <dgm:spPr/>
    </dgm:pt>
    <dgm:pt modelId="{C4F13E47-6E7A-F146-A07D-306AA74218C4}" type="pres">
      <dgm:prSet presAssocID="{D7E24B4C-C2AE-4B62-8219-3E5EEA04712A}" presName="sibTrans" presStyleCnt="0"/>
      <dgm:spPr/>
    </dgm:pt>
    <dgm:pt modelId="{2A70B01D-ED26-BA4B-A3D2-5B632AFBE6D9}" type="pres">
      <dgm:prSet presAssocID="{8582E7B8-261A-4906-A637-545BD16E2706}" presName="node" presStyleLbl="node1" presStyleIdx="2" presStyleCnt="6">
        <dgm:presLayoutVars>
          <dgm:bulletEnabled val="1"/>
        </dgm:presLayoutVars>
      </dgm:prSet>
      <dgm:spPr/>
    </dgm:pt>
    <dgm:pt modelId="{CEE7F7BD-30C0-8648-9DD8-4EE519C8F706}" type="pres">
      <dgm:prSet presAssocID="{C9A7573D-3E2F-41A7-B812-69BA537DDE41}" presName="sibTrans" presStyleCnt="0"/>
      <dgm:spPr/>
    </dgm:pt>
    <dgm:pt modelId="{56A136E1-679A-2C48-91E3-B0351E8EE1E0}" type="pres">
      <dgm:prSet presAssocID="{0E82D4B8-418F-4166-A6B8-80F5C9210C4D}" presName="node" presStyleLbl="node1" presStyleIdx="3" presStyleCnt="6">
        <dgm:presLayoutVars>
          <dgm:bulletEnabled val="1"/>
        </dgm:presLayoutVars>
      </dgm:prSet>
      <dgm:spPr/>
    </dgm:pt>
    <dgm:pt modelId="{BD12485F-33B6-D14E-B001-0DBED7F29300}" type="pres">
      <dgm:prSet presAssocID="{38A14E9D-F21F-4D09-877E-F7A84DE45D2C}" presName="sibTrans" presStyleCnt="0"/>
      <dgm:spPr/>
    </dgm:pt>
    <dgm:pt modelId="{7799BC8E-8660-AC45-AEA7-47A56D9033CF}" type="pres">
      <dgm:prSet presAssocID="{3BFDF021-2898-455E-B3B6-22078CAC5469}" presName="node" presStyleLbl="node1" presStyleIdx="4" presStyleCnt="6">
        <dgm:presLayoutVars>
          <dgm:bulletEnabled val="1"/>
        </dgm:presLayoutVars>
      </dgm:prSet>
      <dgm:spPr/>
    </dgm:pt>
    <dgm:pt modelId="{EE162575-3711-6743-8CCD-DA96CC91444C}" type="pres">
      <dgm:prSet presAssocID="{DD798BF7-B2E0-4577-949C-0F51C04E6B3B}" presName="sibTrans" presStyleCnt="0"/>
      <dgm:spPr/>
    </dgm:pt>
    <dgm:pt modelId="{40D2B84B-D429-AD40-816B-42ECF74CBD41}" type="pres">
      <dgm:prSet presAssocID="{EFDF3E80-25DB-4F75-A802-56056A5D9402}" presName="node" presStyleLbl="node1" presStyleIdx="5" presStyleCnt="6">
        <dgm:presLayoutVars>
          <dgm:bulletEnabled val="1"/>
        </dgm:presLayoutVars>
      </dgm:prSet>
      <dgm:spPr/>
    </dgm:pt>
  </dgm:ptLst>
  <dgm:cxnLst>
    <dgm:cxn modelId="{2B7ED30B-87EE-42C8-B918-33C0BFBCE676}" srcId="{44C5D054-92C1-4C3B-A27C-44C6DC81ADC6}" destId="{43458325-B44E-4B0A-A1D5-E501134FA9A9}" srcOrd="0" destOrd="0" parTransId="{82A06000-AC1B-4CE8-96AD-6A5D2D02563F}" sibTransId="{93BBE009-DDDD-4358-B2CC-0DD2031394D8}"/>
    <dgm:cxn modelId="{CA190431-25A5-4355-86F7-7C6FE22DAED2}" srcId="{44C5D054-92C1-4C3B-A27C-44C6DC81ADC6}" destId="{8582E7B8-261A-4906-A637-545BD16E2706}" srcOrd="2" destOrd="0" parTransId="{1395CBA9-F01D-488B-A82A-95703794449C}" sibTransId="{C9A7573D-3E2F-41A7-B812-69BA537DDE41}"/>
    <dgm:cxn modelId="{F8B27534-86AB-EA46-ACE9-9A2748C98084}" type="presOf" srcId="{EFDF3E80-25DB-4F75-A802-56056A5D9402}" destId="{40D2B84B-D429-AD40-816B-42ECF74CBD41}" srcOrd="0" destOrd="0" presId="urn:microsoft.com/office/officeart/2005/8/layout/default"/>
    <dgm:cxn modelId="{009D9B35-6FA7-5E43-8093-4ED165994402}" type="presOf" srcId="{0E82D4B8-418F-4166-A6B8-80F5C9210C4D}" destId="{56A136E1-679A-2C48-91E3-B0351E8EE1E0}" srcOrd="0" destOrd="0" presId="urn:microsoft.com/office/officeart/2005/8/layout/default"/>
    <dgm:cxn modelId="{A2DAE246-AB98-4C59-BA5F-4AFF2B88CBFB}" srcId="{44C5D054-92C1-4C3B-A27C-44C6DC81ADC6}" destId="{EFDF3E80-25DB-4F75-A802-56056A5D9402}" srcOrd="5" destOrd="0" parTransId="{377B665B-CD55-4B17-B54D-3246EC8023D2}" sibTransId="{19939AD2-3158-45E3-9A02-E315529AEB68}"/>
    <dgm:cxn modelId="{5EE70948-4DB5-4834-BEEB-2A67494AAC5B}" srcId="{44C5D054-92C1-4C3B-A27C-44C6DC81ADC6}" destId="{0E82D4B8-418F-4166-A6B8-80F5C9210C4D}" srcOrd="3" destOrd="0" parTransId="{B515219C-04DF-47E5-8C75-4642CAF3EC64}" sibTransId="{38A14E9D-F21F-4D09-877E-F7A84DE45D2C}"/>
    <dgm:cxn modelId="{E3F0EC56-AB3D-ED4F-A70D-D052389A3307}" type="presOf" srcId="{44C5D054-92C1-4C3B-A27C-44C6DC81ADC6}" destId="{DDB9A627-DC7A-7A4F-ABA3-B6D38B716308}" srcOrd="0" destOrd="0" presId="urn:microsoft.com/office/officeart/2005/8/layout/default"/>
    <dgm:cxn modelId="{39398757-763C-4F79-80E0-755103D71B9B}" srcId="{44C5D054-92C1-4C3B-A27C-44C6DC81ADC6}" destId="{6B619CE8-79DD-40AD-9DDC-7D764CEDF494}" srcOrd="1" destOrd="0" parTransId="{5E7E3395-8CEF-49E5-95F8-6E35379DD240}" sibTransId="{D7E24B4C-C2AE-4B62-8219-3E5EEA04712A}"/>
    <dgm:cxn modelId="{3EA23A5C-12E0-F444-9FDA-733CC45B6150}" type="presOf" srcId="{3BFDF021-2898-455E-B3B6-22078CAC5469}" destId="{7799BC8E-8660-AC45-AEA7-47A56D9033CF}" srcOrd="0" destOrd="0" presId="urn:microsoft.com/office/officeart/2005/8/layout/default"/>
    <dgm:cxn modelId="{6A27E485-A5C7-724D-829A-F0440E6D847A}" type="presOf" srcId="{8582E7B8-261A-4906-A637-545BD16E2706}" destId="{2A70B01D-ED26-BA4B-A3D2-5B632AFBE6D9}" srcOrd="0" destOrd="0" presId="urn:microsoft.com/office/officeart/2005/8/layout/default"/>
    <dgm:cxn modelId="{59D4919D-F2FF-A14E-935D-89F33019ADDE}" type="presOf" srcId="{43458325-B44E-4B0A-A1D5-E501134FA9A9}" destId="{F435950A-8E81-1A49-8683-69C9B614794A}" srcOrd="0" destOrd="0" presId="urn:microsoft.com/office/officeart/2005/8/layout/default"/>
    <dgm:cxn modelId="{C834A3D9-AA38-6146-A630-510391F26F0A}" type="presOf" srcId="{6B619CE8-79DD-40AD-9DDC-7D764CEDF494}" destId="{61CF91B5-C1EA-A442-B87E-3DC787EAFFE5}" srcOrd="0" destOrd="0" presId="urn:microsoft.com/office/officeart/2005/8/layout/default"/>
    <dgm:cxn modelId="{6980F3E3-861B-4440-820E-B2BBB638E4D2}" srcId="{44C5D054-92C1-4C3B-A27C-44C6DC81ADC6}" destId="{3BFDF021-2898-455E-B3B6-22078CAC5469}" srcOrd="4" destOrd="0" parTransId="{81CE5EFA-49B6-4ABE-8DB0-271A16D48B3E}" sibTransId="{DD798BF7-B2E0-4577-949C-0F51C04E6B3B}"/>
    <dgm:cxn modelId="{E13EDC3B-BB5E-0747-B472-FEAD37B01DF0}" type="presParOf" srcId="{DDB9A627-DC7A-7A4F-ABA3-B6D38B716308}" destId="{F435950A-8E81-1A49-8683-69C9B614794A}" srcOrd="0" destOrd="0" presId="urn:microsoft.com/office/officeart/2005/8/layout/default"/>
    <dgm:cxn modelId="{C4519F29-15CC-DC48-8DD9-F99ADF758897}" type="presParOf" srcId="{DDB9A627-DC7A-7A4F-ABA3-B6D38B716308}" destId="{9CF0913A-5BCB-3F4F-B2E2-AE3BF9D23BD8}" srcOrd="1" destOrd="0" presId="urn:microsoft.com/office/officeart/2005/8/layout/default"/>
    <dgm:cxn modelId="{1F5834D3-4EEE-3D45-BCD3-105175EDED48}" type="presParOf" srcId="{DDB9A627-DC7A-7A4F-ABA3-B6D38B716308}" destId="{61CF91B5-C1EA-A442-B87E-3DC787EAFFE5}" srcOrd="2" destOrd="0" presId="urn:microsoft.com/office/officeart/2005/8/layout/default"/>
    <dgm:cxn modelId="{57937234-56B4-EE4D-905A-27012DDCB2C5}" type="presParOf" srcId="{DDB9A627-DC7A-7A4F-ABA3-B6D38B716308}" destId="{C4F13E47-6E7A-F146-A07D-306AA74218C4}" srcOrd="3" destOrd="0" presId="urn:microsoft.com/office/officeart/2005/8/layout/default"/>
    <dgm:cxn modelId="{CA3B4BC8-8F64-6F4F-80EB-578E21FAC38A}" type="presParOf" srcId="{DDB9A627-DC7A-7A4F-ABA3-B6D38B716308}" destId="{2A70B01D-ED26-BA4B-A3D2-5B632AFBE6D9}" srcOrd="4" destOrd="0" presId="urn:microsoft.com/office/officeart/2005/8/layout/default"/>
    <dgm:cxn modelId="{3964F914-DEE6-8F44-B471-30B1CF8ACFBC}" type="presParOf" srcId="{DDB9A627-DC7A-7A4F-ABA3-B6D38B716308}" destId="{CEE7F7BD-30C0-8648-9DD8-4EE519C8F706}" srcOrd="5" destOrd="0" presId="urn:microsoft.com/office/officeart/2005/8/layout/default"/>
    <dgm:cxn modelId="{8592D085-1171-B64C-B223-1B2AF8D088C1}" type="presParOf" srcId="{DDB9A627-DC7A-7A4F-ABA3-B6D38B716308}" destId="{56A136E1-679A-2C48-91E3-B0351E8EE1E0}" srcOrd="6" destOrd="0" presId="urn:microsoft.com/office/officeart/2005/8/layout/default"/>
    <dgm:cxn modelId="{95C37E5F-E4E2-9943-9CBB-758AC53793FE}" type="presParOf" srcId="{DDB9A627-DC7A-7A4F-ABA3-B6D38B716308}" destId="{BD12485F-33B6-D14E-B001-0DBED7F29300}" srcOrd="7" destOrd="0" presId="urn:microsoft.com/office/officeart/2005/8/layout/default"/>
    <dgm:cxn modelId="{B6A533C5-4209-FD48-87DC-D46E0F829B98}" type="presParOf" srcId="{DDB9A627-DC7A-7A4F-ABA3-B6D38B716308}" destId="{7799BC8E-8660-AC45-AEA7-47A56D9033CF}" srcOrd="8" destOrd="0" presId="urn:microsoft.com/office/officeart/2005/8/layout/default"/>
    <dgm:cxn modelId="{F577CCD1-EFC8-7046-8FF2-947EA61C2B8E}" type="presParOf" srcId="{DDB9A627-DC7A-7A4F-ABA3-B6D38B716308}" destId="{EE162575-3711-6743-8CCD-DA96CC91444C}" srcOrd="9" destOrd="0" presId="urn:microsoft.com/office/officeart/2005/8/layout/default"/>
    <dgm:cxn modelId="{80509AF1-1744-D64E-A544-C448B655329F}" type="presParOf" srcId="{DDB9A627-DC7A-7A4F-ABA3-B6D38B716308}" destId="{40D2B84B-D429-AD40-816B-42ECF74CBD4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E3A91-2E2F-4ED9-A28A-3DA97D5742E3}">
      <dsp:nvSpPr>
        <dsp:cNvPr id="0" name=""/>
        <dsp:cNvSpPr/>
      </dsp:nvSpPr>
      <dsp:spPr>
        <a:xfrm>
          <a:off x="3122142" y="356"/>
          <a:ext cx="2389296" cy="106195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FF0000"/>
              </a:solidFill>
              <a:latin typeface="Calibri"/>
              <a:ea typeface="+mn-ea"/>
              <a:cs typeface="+mn-cs"/>
            </a:rPr>
            <a:t>P</a:t>
          </a:r>
          <a:r>
            <a:rPr lang="en-US" sz="2700" kern="1200" dirty="0">
              <a:latin typeface="Calibri"/>
              <a:ea typeface="+mn-ea"/>
              <a:cs typeface="+mn-cs"/>
            </a:rPr>
            <a:t>lanning</a:t>
          </a:r>
        </a:p>
      </dsp:txBody>
      <dsp:txXfrm>
        <a:off x="3173982" y="52196"/>
        <a:ext cx="2285616" cy="958272"/>
      </dsp:txXfrm>
    </dsp:sp>
    <dsp:sp modelId="{47F33915-6B3B-401C-B50F-B22A754E2EF7}">
      <dsp:nvSpPr>
        <dsp:cNvPr id="0" name=""/>
        <dsp:cNvSpPr/>
      </dsp:nvSpPr>
      <dsp:spPr>
        <a:xfrm>
          <a:off x="2541263" y="529437"/>
          <a:ext cx="3506052" cy="3506052"/>
        </a:xfrm>
        <a:custGeom>
          <a:avLst/>
          <a:gdLst/>
          <a:ahLst/>
          <a:cxnLst/>
          <a:rect l="0" t="0" r="0" b="0"/>
          <a:pathLst>
            <a:path>
              <a:moveTo>
                <a:pt x="3174428" y="617694"/>
              </a:moveTo>
              <a:arcTo wR="1811805" hR="1811805" stAng="19126251" swAng="1066856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358C13-D8CC-4AD2-A7BF-1189D1A964E3}">
      <dsp:nvSpPr>
        <dsp:cNvPr id="0" name=""/>
        <dsp:cNvSpPr/>
      </dsp:nvSpPr>
      <dsp:spPr>
        <a:xfrm>
          <a:off x="4616907" y="1755023"/>
          <a:ext cx="2863057" cy="106195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FF0000"/>
              </a:solidFill>
              <a:latin typeface="Calibri"/>
              <a:ea typeface="+mn-ea"/>
              <a:cs typeface="+mn-cs"/>
            </a:rPr>
            <a:t>A</a:t>
          </a:r>
          <a:r>
            <a:rPr lang="en-US" sz="2700" kern="1200" dirty="0">
              <a:latin typeface="Calibri"/>
              <a:ea typeface="+mn-ea"/>
              <a:cs typeface="+mn-cs"/>
            </a:rPr>
            <a:t>nalysis</a:t>
          </a:r>
        </a:p>
      </dsp:txBody>
      <dsp:txXfrm>
        <a:off x="4668747" y="1806863"/>
        <a:ext cx="2759377" cy="958272"/>
      </dsp:txXfrm>
    </dsp:sp>
    <dsp:sp modelId="{396D247C-7331-400F-88B3-FB5C75DEFBD2}">
      <dsp:nvSpPr>
        <dsp:cNvPr id="0" name=""/>
        <dsp:cNvSpPr/>
      </dsp:nvSpPr>
      <dsp:spPr>
        <a:xfrm>
          <a:off x="2542383" y="532973"/>
          <a:ext cx="3506052" cy="3506052"/>
        </a:xfrm>
        <a:custGeom>
          <a:avLst/>
          <a:gdLst/>
          <a:ahLst/>
          <a:cxnLst/>
          <a:rect l="0" t="0" r="0" b="0"/>
          <a:pathLst>
            <a:path>
              <a:moveTo>
                <a:pt x="3465772" y="2551424"/>
              </a:moveTo>
              <a:arcTo wR="1811805" hR="1811805" stAng="1445590" swAng="1190300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B85177-67DC-46B9-9178-4FD74108A018}">
      <dsp:nvSpPr>
        <dsp:cNvPr id="0" name=""/>
        <dsp:cNvSpPr/>
      </dsp:nvSpPr>
      <dsp:spPr>
        <a:xfrm>
          <a:off x="3177729" y="3508049"/>
          <a:ext cx="2235361" cy="1061952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FF0000"/>
              </a:solidFill>
              <a:latin typeface="Calibri"/>
              <a:ea typeface="+mn-ea"/>
              <a:cs typeface="+mn-cs"/>
            </a:rPr>
            <a:t>D</a:t>
          </a:r>
          <a:r>
            <a:rPr lang="en-US" sz="2700" kern="1200" dirty="0">
              <a:latin typeface="Calibri"/>
              <a:ea typeface="+mn-ea"/>
              <a:cs typeface="+mn-cs"/>
            </a:rPr>
            <a:t>esign</a:t>
          </a:r>
        </a:p>
      </dsp:txBody>
      <dsp:txXfrm>
        <a:off x="3229569" y="3559889"/>
        <a:ext cx="2131681" cy="958272"/>
      </dsp:txXfrm>
    </dsp:sp>
    <dsp:sp modelId="{D2CA6A8E-22C6-4F9F-B88D-7C12E5956E50}">
      <dsp:nvSpPr>
        <dsp:cNvPr id="0" name=""/>
        <dsp:cNvSpPr/>
      </dsp:nvSpPr>
      <dsp:spPr>
        <a:xfrm>
          <a:off x="2542383" y="532973"/>
          <a:ext cx="3506052" cy="3506052"/>
        </a:xfrm>
        <a:custGeom>
          <a:avLst/>
          <a:gdLst/>
          <a:ahLst/>
          <a:cxnLst/>
          <a:rect l="0" t="0" r="0" b="0"/>
          <a:pathLst>
            <a:path>
              <a:moveTo>
                <a:pt x="506998" y="3068832"/>
              </a:moveTo>
              <a:arcTo wR="1811805" hR="1811805" stAng="8164110" swAng="1190300"/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DDDCB-B12F-428D-A586-90FD6F79F55C}">
      <dsp:nvSpPr>
        <dsp:cNvPr id="0" name=""/>
        <dsp:cNvSpPr/>
      </dsp:nvSpPr>
      <dsp:spPr>
        <a:xfrm>
          <a:off x="1110454" y="1755023"/>
          <a:ext cx="2863858" cy="106195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FF0000"/>
              </a:solidFill>
              <a:latin typeface="Calibri"/>
              <a:ea typeface="+mn-ea"/>
              <a:cs typeface="+mn-cs"/>
            </a:rPr>
            <a:t>I</a:t>
          </a:r>
          <a:r>
            <a:rPr lang="en-US" sz="2700" kern="1200" dirty="0">
              <a:latin typeface="Calibri"/>
              <a:ea typeface="+mn-ea"/>
              <a:cs typeface="+mn-cs"/>
            </a:rPr>
            <a:t>mplementation</a:t>
          </a:r>
        </a:p>
      </dsp:txBody>
      <dsp:txXfrm>
        <a:off x="1162294" y="1806863"/>
        <a:ext cx="2760178" cy="958272"/>
      </dsp:txXfrm>
    </dsp:sp>
    <dsp:sp modelId="{498F4E31-E423-4928-A28F-F71BD81A544F}">
      <dsp:nvSpPr>
        <dsp:cNvPr id="0" name=""/>
        <dsp:cNvSpPr/>
      </dsp:nvSpPr>
      <dsp:spPr>
        <a:xfrm>
          <a:off x="2543439" y="529639"/>
          <a:ext cx="3506052" cy="3506052"/>
        </a:xfrm>
        <a:custGeom>
          <a:avLst/>
          <a:gdLst/>
          <a:ahLst/>
          <a:cxnLst/>
          <a:rect l="0" t="0" r="0" b="0"/>
          <a:pathLst>
            <a:path>
              <a:moveTo>
                <a:pt x="149618" y="1090851"/>
              </a:moveTo>
              <a:arcTo wR="1811805" hR="1811805" stAng="12206894" swAng="1066856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AE442-987C-49AD-BDED-357B7AF3203C}">
      <dsp:nvSpPr>
        <dsp:cNvPr id="0" name=""/>
        <dsp:cNvSpPr/>
      </dsp:nvSpPr>
      <dsp:spPr>
        <a:xfrm>
          <a:off x="0" y="3127370"/>
          <a:ext cx="8667750" cy="205189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7368" tIns="277368" rIns="277368" bIns="2773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900" kern="1200" dirty="0">
              <a:solidFill>
                <a:srgbClr val="C00000"/>
              </a:solidFill>
            </a:rPr>
            <a:t>Feasibility Analysis</a:t>
          </a:r>
          <a:endParaRPr lang="en-US" sz="3900" kern="1200" dirty="0">
            <a:solidFill>
              <a:srgbClr val="C00000"/>
            </a:solidFill>
          </a:endParaRPr>
        </a:p>
      </dsp:txBody>
      <dsp:txXfrm>
        <a:off x="0" y="3127370"/>
        <a:ext cx="8667750" cy="1108022"/>
      </dsp:txXfrm>
    </dsp:sp>
    <dsp:sp modelId="{52FBD962-DE35-4A7A-8CBF-499855F2E9BF}">
      <dsp:nvSpPr>
        <dsp:cNvPr id="0" name=""/>
        <dsp:cNvSpPr/>
      </dsp:nvSpPr>
      <dsp:spPr>
        <a:xfrm>
          <a:off x="4232" y="4194354"/>
          <a:ext cx="2886428" cy="94387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i="1" kern="1200" dirty="0"/>
            <a:t>Technical </a:t>
          </a:r>
          <a:r>
            <a:rPr lang="id-ID" sz="2000" i="1" kern="1200" dirty="0"/>
            <a:t>(Capabilities)</a:t>
          </a:r>
          <a:endParaRPr lang="en-US" sz="2800" i="1" kern="1200" dirty="0"/>
        </a:p>
      </dsp:txBody>
      <dsp:txXfrm>
        <a:off x="4232" y="4194354"/>
        <a:ext cx="2886428" cy="943870"/>
      </dsp:txXfrm>
    </dsp:sp>
    <dsp:sp modelId="{EED28D97-86D5-4C73-A3AD-BC62E477C31A}">
      <dsp:nvSpPr>
        <dsp:cNvPr id="0" name=""/>
        <dsp:cNvSpPr/>
      </dsp:nvSpPr>
      <dsp:spPr>
        <a:xfrm>
          <a:off x="2890660" y="4194354"/>
          <a:ext cx="2886428" cy="943870"/>
        </a:xfrm>
        <a:prstGeom prst="rect">
          <a:avLst/>
        </a:prstGeom>
        <a:solidFill>
          <a:schemeClr val="accent4">
            <a:tint val="40000"/>
            <a:alpha val="90000"/>
            <a:hueOff val="2715481"/>
            <a:satOff val="-12811"/>
            <a:lumOff val="-463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2715481"/>
              <a:satOff val="-12811"/>
              <a:lumOff val="-46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i="1" kern="1200" dirty="0"/>
            <a:t>Economic</a:t>
          </a:r>
          <a:br>
            <a:rPr lang="id-ID" sz="2400" i="1" kern="1200" dirty="0"/>
          </a:br>
          <a:r>
            <a:rPr lang="id-ID" sz="1800" i="1" kern="1200" dirty="0"/>
            <a:t>(ROI, BEP)</a:t>
          </a:r>
          <a:endParaRPr lang="en-US" sz="2400" i="1" kern="1200" dirty="0"/>
        </a:p>
      </dsp:txBody>
      <dsp:txXfrm>
        <a:off x="2890660" y="4194354"/>
        <a:ext cx="2886428" cy="943870"/>
      </dsp:txXfrm>
    </dsp:sp>
    <dsp:sp modelId="{C48B36D3-1B95-452E-9023-9FD0C014D993}">
      <dsp:nvSpPr>
        <dsp:cNvPr id="0" name=""/>
        <dsp:cNvSpPr/>
      </dsp:nvSpPr>
      <dsp:spPr>
        <a:xfrm>
          <a:off x="5777089" y="4194354"/>
          <a:ext cx="2886428" cy="943870"/>
        </a:xfrm>
        <a:prstGeom prst="rect">
          <a:avLst/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i="1" kern="1200" dirty="0"/>
            <a:t>Organizational</a:t>
          </a:r>
          <a:br>
            <a:rPr lang="id-ID" sz="2400" i="1" kern="1200" dirty="0"/>
          </a:br>
          <a:r>
            <a:rPr lang="id-ID" sz="1800" i="1" kern="1200" dirty="0"/>
            <a:t>(Goals, Core Business)</a:t>
          </a:r>
          <a:endParaRPr lang="en-US" sz="2400" i="1" kern="1200" dirty="0"/>
        </a:p>
      </dsp:txBody>
      <dsp:txXfrm>
        <a:off x="5777089" y="4194354"/>
        <a:ext cx="2886428" cy="943870"/>
      </dsp:txXfrm>
    </dsp:sp>
    <dsp:sp modelId="{FB04BE2D-F5F5-4CCA-98C1-34F69690EC53}">
      <dsp:nvSpPr>
        <dsp:cNvPr id="0" name=""/>
        <dsp:cNvSpPr/>
      </dsp:nvSpPr>
      <dsp:spPr>
        <a:xfrm rot="10800000">
          <a:off x="0" y="0"/>
          <a:ext cx="8667750" cy="3155811"/>
        </a:xfrm>
        <a:prstGeom prst="upArrowCallou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600" kern="1200" dirty="0">
              <a:solidFill>
                <a:srgbClr val="C00000"/>
              </a:solidFill>
            </a:rPr>
            <a:t>System </a:t>
          </a:r>
          <a:r>
            <a:rPr lang="id-ID" sz="3600" kern="1200" dirty="0" err="1">
              <a:solidFill>
                <a:srgbClr val="C00000"/>
              </a:solidFill>
            </a:rPr>
            <a:t>Request</a:t>
          </a:r>
          <a:br>
            <a:rPr lang="id-ID" sz="3600" kern="1200" dirty="0">
              <a:solidFill>
                <a:srgbClr val="C00000"/>
              </a:solidFill>
            </a:rPr>
          </a:br>
          <a:r>
            <a:rPr lang="id-ID" sz="3600" kern="1200" dirty="0">
              <a:solidFill>
                <a:schemeClr val="tx1"/>
              </a:solidFill>
            </a:rPr>
            <a:t>(Business </a:t>
          </a:r>
          <a:r>
            <a:rPr lang="id-ID" sz="3600" kern="1200" dirty="0" err="1">
              <a:solidFill>
                <a:schemeClr val="tx1"/>
              </a:solidFill>
            </a:rPr>
            <a:t>Value</a:t>
          </a:r>
          <a:r>
            <a:rPr lang="id-ID" sz="3600" kern="1200" dirty="0">
              <a:solidFill>
                <a:schemeClr val="tx1"/>
              </a:solidFill>
            </a:rPr>
            <a:t> </a:t>
          </a:r>
          <a:r>
            <a:rPr lang="id-ID" sz="3600" kern="1200" dirty="0" err="1">
              <a:solidFill>
                <a:schemeClr val="tx1"/>
              </a:solidFill>
            </a:rPr>
            <a:t>Identification</a:t>
          </a:r>
          <a:r>
            <a:rPr lang="id-ID" sz="3600" kern="1200" dirty="0"/>
            <a:t>)</a:t>
          </a:r>
          <a:endParaRPr lang="en-US" sz="3600" kern="1200" dirty="0"/>
        </a:p>
      </dsp:txBody>
      <dsp:txXfrm rot="-10800000">
        <a:off x="0" y="0"/>
        <a:ext cx="8667750" cy="1107690"/>
      </dsp:txXfrm>
    </dsp:sp>
    <dsp:sp modelId="{4406362C-6F12-40B0-AF1C-171D414E0D8E}">
      <dsp:nvSpPr>
        <dsp:cNvPr id="0" name=""/>
        <dsp:cNvSpPr/>
      </dsp:nvSpPr>
      <dsp:spPr>
        <a:xfrm>
          <a:off x="0" y="1110026"/>
          <a:ext cx="4333875" cy="943587"/>
        </a:xfrm>
        <a:prstGeom prst="rect">
          <a:avLst/>
        </a:prstGeom>
        <a:solidFill>
          <a:schemeClr val="accent4">
            <a:tint val="40000"/>
            <a:alpha val="90000"/>
            <a:hueOff val="8146444"/>
            <a:satOff val="-38434"/>
            <a:lumOff val="-1388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8146444"/>
              <a:satOff val="-38434"/>
              <a:lumOff val="-138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i="1" kern="1200" dirty="0"/>
            <a:t>Lower Cost</a:t>
          </a:r>
          <a:endParaRPr lang="en-US" sz="2400" i="1" kern="1200" dirty="0"/>
        </a:p>
      </dsp:txBody>
      <dsp:txXfrm>
        <a:off x="0" y="1110026"/>
        <a:ext cx="4333875" cy="943587"/>
      </dsp:txXfrm>
    </dsp:sp>
    <dsp:sp modelId="{99F9971B-5C61-4A8D-82F4-7E7F20F063A1}">
      <dsp:nvSpPr>
        <dsp:cNvPr id="0" name=""/>
        <dsp:cNvSpPr/>
      </dsp:nvSpPr>
      <dsp:spPr>
        <a:xfrm>
          <a:off x="4333875" y="1110026"/>
          <a:ext cx="4333875" cy="943587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i="1" kern="1200" dirty="0"/>
            <a:t>Increase Profit</a:t>
          </a:r>
          <a:endParaRPr lang="en-US" sz="2400" i="1" kern="1200" dirty="0"/>
        </a:p>
      </dsp:txBody>
      <dsp:txXfrm>
        <a:off x="4333875" y="1110026"/>
        <a:ext cx="4333875" cy="9435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04E09-98B3-4089-BA61-37782531B1D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D0F06-57CC-47FC-92CB-073CCD46AC28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3C0B8-DE84-4B3B-9A65-EF302A172E0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formalized approach to implementing the Software Development Life Cycle (SDLC) </a:t>
          </a:r>
          <a:r>
            <a:rPr lang="en-US" sz="2400" i="1" kern="1200"/>
            <a:t>(Dennis, 2012)</a:t>
          </a:r>
          <a:endParaRPr lang="en-US" sz="2400" kern="1200"/>
        </a:p>
      </dsp:txBody>
      <dsp:txXfrm>
        <a:off x="1435590" y="531"/>
        <a:ext cx="9080009" cy="1242935"/>
      </dsp:txXfrm>
    </dsp:sp>
    <dsp:sp modelId="{9C919EF9-5134-47DA-A677-81F49CD15800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7A3D7-55A6-4223-9B4F-1B98C59780B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EA248-35AE-4DF0-A761-09BA15430091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simplified representation of a software process </a:t>
          </a:r>
          <a:r>
            <a:rPr lang="en-US" sz="2400" i="1" kern="1200"/>
            <a:t>(Sommerville, 2015)</a:t>
          </a:r>
          <a:endParaRPr lang="en-US" sz="2400" kern="1200"/>
        </a:p>
      </dsp:txBody>
      <dsp:txXfrm>
        <a:off x="1435590" y="1554201"/>
        <a:ext cx="9080009" cy="1242935"/>
      </dsp:txXfrm>
    </dsp:sp>
    <dsp:sp modelId="{8B7398B0-FAC6-4508-8035-259695D67B3A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26CED-1572-4F68-B327-FAF2C69D873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DA4B2-F291-439D-94AE-272BAEAE1A3A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distinct set of activities, actions, tasks, milestones, and work products required to engineer high quality software  </a:t>
          </a:r>
          <a:r>
            <a:rPr lang="en-US" sz="2400" i="1" kern="1200"/>
            <a:t>(Pressman, 2015)</a:t>
          </a:r>
          <a:endParaRPr lang="en-US" sz="2400" kern="1200"/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941A50-EC32-4F7A-B9E2-EFC969868B72}">
      <dsp:nvSpPr>
        <dsp:cNvPr id="0" name=""/>
        <dsp:cNvSpPr/>
      </dsp:nvSpPr>
      <dsp:spPr>
        <a:xfrm>
          <a:off x="-210051" y="0"/>
          <a:ext cx="633323" cy="2469770"/>
        </a:xfrm>
        <a:prstGeom prst="upArrow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231B113-1087-45F6-AF44-C906E7A8E445}">
      <dsp:nvSpPr>
        <dsp:cNvPr id="0" name=""/>
        <dsp:cNvSpPr/>
      </dsp:nvSpPr>
      <dsp:spPr>
        <a:xfrm>
          <a:off x="20058" y="0"/>
          <a:ext cx="1919156" cy="2469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2">
                  <a:lumMod val="50000"/>
                </a:schemeClr>
              </a:solidFill>
            </a:rPr>
            <a:t>More Prescriptive/</a:t>
          </a:r>
          <a:br>
            <a:rPr lang="en-US" sz="2000" kern="1200" dirty="0">
              <a:solidFill>
                <a:schemeClr val="accent2">
                  <a:lumMod val="50000"/>
                </a:schemeClr>
              </a:solidFill>
            </a:rPr>
          </a:br>
          <a:r>
            <a:rPr lang="en-US" sz="2000" kern="1200" dirty="0">
              <a:solidFill>
                <a:schemeClr val="accent2">
                  <a:lumMod val="50000"/>
                </a:schemeClr>
              </a:solidFill>
            </a:rPr>
            <a:t>Documentation</a:t>
          </a:r>
          <a:endParaRPr lang="id-ID" sz="2000" kern="1200" dirty="0">
            <a:solidFill>
              <a:schemeClr val="accent2">
                <a:lumMod val="50000"/>
              </a:schemeClr>
            </a:solidFill>
          </a:endParaRPr>
        </a:p>
      </dsp:txBody>
      <dsp:txXfrm>
        <a:off x="20058" y="0"/>
        <a:ext cx="1919156" cy="2469770"/>
      </dsp:txXfrm>
    </dsp:sp>
    <dsp:sp modelId="{5C16697D-6B0A-47CB-8A14-E5FC309781E2}">
      <dsp:nvSpPr>
        <dsp:cNvPr id="0" name=""/>
        <dsp:cNvSpPr/>
      </dsp:nvSpPr>
      <dsp:spPr>
        <a:xfrm>
          <a:off x="-20054" y="2675584"/>
          <a:ext cx="633323" cy="2469770"/>
        </a:xfrm>
        <a:prstGeom prst="downArrow">
          <a:avLst/>
        </a:prstGeom>
        <a:gradFill rotWithShape="0">
          <a:gsLst>
            <a:gs pos="0">
              <a:schemeClr val="accent2">
                <a:shade val="80000"/>
                <a:hueOff val="-481415"/>
                <a:satOff val="10166"/>
                <a:lumOff val="270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481415"/>
                <a:satOff val="10166"/>
                <a:lumOff val="270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481415"/>
                <a:satOff val="10166"/>
                <a:lumOff val="270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274E278-3046-4D14-BB97-E6C36D95240D}">
      <dsp:nvSpPr>
        <dsp:cNvPr id="0" name=""/>
        <dsp:cNvSpPr/>
      </dsp:nvSpPr>
      <dsp:spPr>
        <a:xfrm>
          <a:off x="210055" y="2675584"/>
          <a:ext cx="1919156" cy="2469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2">
                  <a:lumMod val="75000"/>
                </a:schemeClr>
              </a:solidFill>
            </a:rPr>
            <a:t>More</a:t>
          </a:r>
          <a:br>
            <a:rPr lang="en-US" sz="2000" kern="1200" dirty="0">
              <a:solidFill>
                <a:schemeClr val="accent2">
                  <a:lumMod val="75000"/>
                </a:schemeClr>
              </a:solidFill>
            </a:rPr>
          </a:br>
          <a:r>
            <a:rPr lang="en-US" sz="2000" kern="1200" dirty="0">
              <a:solidFill>
                <a:schemeClr val="accent2">
                  <a:lumMod val="75000"/>
                </a:schemeClr>
              </a:solidFill>
            </a:rPr>
            <a:t>Adaptive/</a:t>
          </a:r>
          <a:br>
            <a:rPr lang="en-US" sz="2000" kern="1200" dirty="0">
              <a:solidFill>
                <a:schemeClr val="accent2">
                  <a:lumMod val="75000"/>
                </a:schemeClr>
              </a:solidFill>
            </a:rPr>
          </a:br>
          <a:r>
            <a:rPr lang="en-US" sz="1900" kern="1200" dirty="0">
              <a:solidFill>
                <a:schemeClr val="accent2">
                  <a:lumMod val="75000"/>
                </a:schemeClr>
              </a:solidFill>
            </a:rPr>
            <a:t>Communication</a:t>
          </a:r>
          <a:endParaRPr lang="id-ID" sz="1900" kern="1200" dirty="0">
            <a:solidFill>
              <a:schemeClr val="accent2">
                <a:lumMod val="75000"/>
              </a:schemeClr>
            </a:solidFill>
          </a:endParaRPr>
        </a:p>
      </dsp:txBody>
      <dsp:txXfrm>
        <a:off x="210055" y="2675584"/>
        <a:ext cx="1919156" cy="24697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3B5DF-B0AF-4524-A2F4-890E262DBAD1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BE81A-FD3C-4553-858A-078544F0709F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3092E-EAAF-4C98-BE65-1CB7A1D7032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Projects move methodically from one to the next step</a:t>
          </a:r>
        </a:p>
      </dsp:txBody>
      <dsp:txXfrm>
        <a:off x="1435590" y="531"/>
        <a:ext cx="9080009" cy="1242935"/>
      </dsp:txXfrm>
    </dsp:sp>
    <dsp:sp modelId="{C90AA32A-EA5E-4703-B4CC-842D0EE9152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81CCD-8F1D-483B-BB04-FC7678C9C8FE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95993-A77A-456A-8B55-6DF600FDC0C6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Generally, a step is finished before the next one begins</a:t>
          </a:r>
        </a:p>
      </dsp:txBody>
      <dsp:txXfrm>
        <a:off x="1435590" y="1554201"/>
        <a:ext cx="9080009" cy="1242935"/>
      </dsp:txXfrm>
    </dsp:sp>
    <dsp:sp modelId="{FD0FA7F3-E2D0-4A32-BAB0-7F3A1E4991F7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5F43A-FBF1-416D-AC0B-3529BEE4906E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DAA72-1622-4BAE-84F9-1F3FDAA6B6EE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Type of Structured Desi</a:t>
          </a:r>
          <a:r>
            <a:rPr lang="id-ID" sz="2500" kern="1200"/>
            <a:t>g</a:t>
          </a:r>
          <a:r>
            <a:rPr lang="en-US" sz="2500" kern="1200"/>
            <a:t>n:</a:t>
          </a:r>
        </a:p>
      </dsp:txBody>
      <dsp:txXfrm>
        <a:off x="1435590" y="3107870"/>
        <a:ext cx="4732020" cy="1242935"/>
      </dsp:txXfrm>
    </dsp:sp>
    <dsp:sp modelId="{B24E8989-F0D7-4F5C-889F-374F036D1F83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Waterfall Method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Parallel Development</a:t>
          </a:r>
        </a:p>
      </dsp:txBody>
      <dsp:txXfrm>
        <a:off x="6167610" y="3107870"/>
        <a:ext cx="4347989" cy="12429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75849-520C-5D45-8AB2-A5045C68C39A}">
      <dsp:nvSpPr>
        <dsp:cNvPr id="0" name=""/>
        <dsp:cNvSpPr/>
      </dsp:nvSpPr>
      <dsp:spPr>
        <a:xfrm rot="5400000">
          <a:off x="6094323" y="-2206126"/>
          <a:ext cx="1698041" cy="653491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600" kern="1200" dirty="0"/>
            <a:t>Phased development: a series of versions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600" kern="1200"/>
            <a:t>Prototyping: System prototyping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600" kern="1200"/>
            <a:t>Throw-away prototyping: design prototyping</a:t>
          </a:r>
          <a:endParaRPr lang="en-US" sz="2600" kern="1200"/>
        </a:p>
      </dsp:txBody>
      <dsp:txXfrm rot="-5400000">
        <a:off x="3675888" y="295201"/>
        <a:ext cx="6452019" cy="1532257"/>
      </dsp:txXfrm>
    </dsp:sp>
    <dsp:sp modelId="{17D1FE59-55F7-9D41-99EC-FA1E34725DD0}">
      <dsp:nvSpPr>
        <dsp:cNvPr id="0" name=""/>
        <dsp:cNvSpPr/>
      </dsp:nvSpPr>
      <dsp:spPr>
        <a:xfrm>
          <a:off x="0" y="53"/>
          <a:ext cx="3675888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600" kern="1200"/>
            <a:t>Type of RAD:</a:t>
          </a:r>
          <a:endParaRPr lang="en-US" sz="3600" kern="1200"/>
        </a:p>
      </dsp:txBody>
      <dsp:txXfrm>
        <a:off x="103614" y="103667"/>
        <a:ext cx="3468660" cy="1915324"/>
      </dsp:txXfrm>
    </dsp:sp>
    <dsp:sp modelId="{F31B1DCE-69C2-0643-8970-D787AD264B97}">
      <dsp:nvSpPr>
        <dsp:cNvPr id="0" name=""/>
        <dsp:cNvSpPr/>
      </dsp:nvSpPr>
      <dsp:spPr>
        <a:xfrm rot="5400000">
          <a:off x="6094323" y="22552"/>
          <a:ext cx="1698041" cy="653491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600" kern="1200"/>
            <a:t>CASE tools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600" kern="1200"/>
            <a:t>Visual programming languages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600" kern="1200"/>
            <a:t>Code generators</a:t>
          </a:r>
          <a:endParaRPr lang="en-US" sz="2600" kern="1200"/>
        </a:p>
      </dsp:txBody>
      <dsp:txXfrm rot="-5400000">
        <a:off x="3675888" y="2523879"/>
        <a:ext cx="6452019" cy="1532257"/>
      </dsp:txXfrm>
    </dsp:sp>
    <dsp:sp modelId="{A780BFEF-AFC8-2C41-BEFB-EE224765C7E8}">
      <dsp:nvSpPr>
        <dsp:cNvPr id="0" name=""/>
        <dsp:cNvSpPr/>
      </dsp:nvSpPr>
      <dsp:spPr>
        <a:xfrm>
          <a:off x="0" y="2228732"/>
          <a:ext cx="3675888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600" kern="1200"/>
            <a:t>Critical elements to speed up the SDLC:</a:t>
          </a:r>
          <a:endParaRPr lang="en-US" sz="3600" kern="1200"/>
        </a:p>
      </dsp:txBody>
      <dsp:txXfrm>
        <a:off x="103614" y="2332346"/>
        <a:ext cx="3468660" cy="19153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DB8FA-94F8-1D4A-9457-4116CB38CCCA}">
      <dsp:nvSpPr>
        <dsp:cNvPr id="0" name=""/>
        <dsp:cNvSpPr/>
      </dsp:nvSpPr>
      <dsp:spPr>
        <a:xfrm>
          <a:off x="0" y="380035"/>
          <a:ext cx="10364787" cy="579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9F1FB-355C-C843-B5D5-2E941737DEBE}">
      <dsp:nvSpPr>
        <dsp:cNvPr id="0" name=""/>
        <dsp:cNvSpPr/>
      </dsp:nvSpPr>
      <dsp:spPr>
        <a:xfrm>
          <a:off x="518239" y="40555"/>
          <a:ext cx="7255351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4235" tIns="0" rIns="27423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Just a few rules that are easy to learn and follow</a:t>
          </a:r>
        </a:p>
      </dsp:txBody>
      <dsp:txXfrm>
        <a:off x="551383" y="73699"/>
        <a:ext cx="7189063" cy="612672"/>
      </dsp:txXfrm>
    </dsp:sp>
    <dsp:sp modelId="{7FBEC805-9EF1-2A44-A274-2D8FEDF5B70D}">
      <dsp:nvSpPr>
        <dsp:cNvPr id="0" name=""/>
        <dsp:cNvSpPr/>
      </dsp:nvSpPr>
      <dsp:spPr>
        <a:xfrm>
          <a:off x="0" y="1423315"/>
          <a:ext cx="10364787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423" tIns="479044" rIns="804423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Eliminate much of the modeling and documentation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Emphasize simple, iterative application development</a:t>
          </a:r>
        </a:p>
      </dsp:txBody>
      <dsp:txXfrm>
        <a:off x="0" y="1423315"/>
        <a:ext cx="10364787" cy="1340325"/>
      </dsp:txXfrm>
    </dsp:sp>
    <dsp:sp modelId="{6AAB21F2-D078-0E4E-B33C-9E593DAD99B0}">
      <dsp:nvSpPr>
        <dsp:cNvPr id="0" name=""/>
        <dsp:cNvSpPr/>
      </dsp:nvSpPr>
      <dsp:spPr>
        <a:xfrm>
          <a:off x="518239" y="1083835"/>
          <a:ext cx="7255351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4235" tIns="0" rIns="27423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Streamline the SDLC</a:t>
          </a:r>
        </a:p>
      </dsp:txBody>
      <dsp:txXfrm>
        <a:off x="551383" y="1116979"/>
        <a:ext cx="7189063" cy="612672"/>
      </dsp:txXfrm>
    </dsp:sp>
    <dsp:sp modelId="{4A466DC5-D1F9-E14C-B006-6C514EDE47BE}">
      <dsp:nvSpPr>
        <dsp:cNvPr id="0" name=""/>
        <dsp:cNvSpPr/>
      </dsp:nvSpPr>
      <dsp:spPr>
        <a:xfrm>
          <a:off x="0" y="3227320"/>
          <a:ext cx="10364787" cy="2101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423" tIns="479044" rIns="804423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Extreme Programming (XP) </a:t>
          </a:r>
          <a:r>
            <a:rPr lang="en-US" sz="2300" i="1" kern="1200"/>
            <a:t>(Kent Beck)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Scrum </a:t>
          </a:r>
          <a:r>
            <a:rPr lang="en-US" sz="2300" i="1" kern="1200"/>
            <a:t>(Ken Schwaber and Jeff Sutherland)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Lean Development </a:t>
          </a:r>
          <a:r>
            <a:rPr lang="en-US" sz="2300" i="1" kern="1200"/>
            <a:t>(Mary Poppendieck and Tom Poppendieck)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Dynamic Systems Development Model (DSDM) </a:t>
          </a:r>
          <a:r>
            <a:rPr lang="en-US" sz="2300" i="1" kern="1200"/>
            <a:t>(</a:t>
          </a:r>
          <a:r>
            <a:rPr lang="id-ID" sz="2300" i="1" kern="1200"/>
            <a:t>Dane Faulkner</a:t>
          </a:r>
          <a:r>
            <a:rPr lang="en-US" sz="2300" i="1" kern="1200"/>
            <a:t>)</a:t>
          </a:r>
          <a:endParaRPr lang="en-US" sz="2300" kern="1200"/>
        </a:p>
      </dsp:txBody>
      <dsp:txXfrm>
        <a:off x="0" y="3227320"/>
        <a:ext cx="10364787" cy="2101049"/>
      </dsp:txXfrm>
    </dsp:sp>
    <dsp:sp modelId="{9C1F420D-D359-DB46-9ABE-008EC6D6C755}">
      <dsp:nvSpPr>
        <dsp:cNvPr id="0" name=""/>
        <dsp:cNvSpPr/>
      </dsp:nvSpPr>
      <dsp:spPr>
        <a:xfrm>
          <a:off x="518239" y="2887840"/>
          <a:ext cx="7255351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4235" tIns="0" rIns="27423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Type of Agile Development:</a:t>
          </a:r>
        </a:p>
      </dsp:txBody>
      <dsp:txXfrm>
        <a:off x="551383" y="2920984"/>
        <a:ext cx="7189063" cy="6126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5950A-8E81-1A49-8683-69C9B614794A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Clarity of User Requirements</a:t>
          </a:r>
        </a:p>
      </dsp:txBody>
      <dsp:txXfrm>
        <a:off x="0" y="39687"/>
        <a:ext cx="3286125" cy="1971675"/>
      </dsp:txXfrm>
    </dsp:sp>
    <dsp:sp modelId="{61CF91B5-C1EA-A442-B87E-3DC787EAFFE5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Familiarity with Technology</a:t>
          </a:r>
        </a:p>
      </dsp:txBody>
      <dsp:txXfrm>
        <a:off x="3614737" y="39687"/>
        <a:ext cx="3286125" cy="1971675"/>
      </dsp:txXfrm>
    </dsp:sp>
    <dsp:sp modelId="{2A70B01D-ED26-BA4B-A3D2-5B632AFBE6D9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System Complexity</a:t>
          </a:r>
        </a:p>
      </dsp:txBody>
      <dsp:txXfrm>
        <a:off x="7229475" y="39687"/>
        <a:ext cx="3286125" cy="1971675"/>
      </dsp:txXfrm>
    </dsp:sp>
    <dsp:sp modelId="{56A136E1-679A-2C48-91E3-B0351E8EE1E0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System Reliability</a:t>
          </a:r>
        </a:p>
      </dsp:txBody>
      <dsp:txXfrm>
        <a:off x="0" y="2339975"/>
        <a:ext cx="3286125" cy="1971675"/>
      </dsp:txXfrm>
    </dsp:sp>
    <dsp:sp modelId="{7799BC8E-8660-AC45-AEA7-47A56D9033CF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Short Time Schedules</a:t>
          </a:r>
        </a:p>
      </dsp:txBody>
      <dsp:txXfrm>
        <a:off x="3614737" y="2339975"/>
        <a:ext cx="3286125" cy="1971675"/>
      </dsp:txXfrm>
    </dsp:sp>
    <dsp:sp modelId="{40D2B84B-D429-AD40-816B-42ECF74CBD41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Schedule Visibility</a:t>
          </a:r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Rectangle 9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469537" y="9841706"/>
            <a:ext cx="3105944" cy="472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t" anchorCtr="0" compatLnSpc="1">
            <a:prstTxWarp prst="textNoShape">
              <a:avLst/>
            </a:prstTxWarp>
          </a:bodyPr>
          <a:lstStyle>
            <a:lvl1pPr algn="r" defTabSz="954018">
              <a:defRPr sz="700" i="1" dirty="0">
                <a:effectLst/>
              </a:defRPr>
            </a:lvl1pPr>
          </a:lstStyle>
          <a:p>
            <a:pPr>
              <a:defRPr/>
            </a:pPr>
            <a:r>
              <a:rPr lang="en-US" altLang="ja-JP" dirty="0">
                <a:latin typeface="+mj-lt"/>
              </a:rPr>
              <a:t>romi@romisatriawahono.net</a:t>
            </a:r>
            <a:endParaRPr lang="en-US" altLang="ja-JP" sz="600" dirty="0">
              <a:latin typeface="+mj-lt"/>
            </a:endParaRPr>
          </a:p>
        </p:txBody>
      </p:sp>
      <p:sp>
        <p:nvSpPr>
          <p:cNvPr id="27658" name="Rectangle 10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93150" y="192914"/>
            <a:ext cx="5982331" cy="527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t" anchorCtr="0" compatLnSpc="1">
            <a:prstTxWarp prst="textNoShape">
              <a:avLst/>
            </a:prstTxWarp>
          </a:bodyPr>
          <a:lstStyle>
            <a:lvl1pPr algn="r" defTabSz="954018">
              <a:defRPr sz="700" i="1" dirty="0" smtClean="0">
                <a:effectLst/>
              </a:defRPr>
            </a:lvl1pPr>
          </a:lstStyle>
          <a:p>
            <a:pPr>
              <a:defRPr/>
            </a:pPr>
            <a:r>
              <a:rPr lang="en-US" altLang="ja-JP">
                <a:latin typeface="+mj-lt"/>
              </a:rPr>
              <a:t>...</a:t>
            </a:r>
            <a:endParaRPr lang="en-US" altLang="ja-JP" dirty="0">
              <a:latin typeface="+mj-lt"/>
            </a:endParaRPr>
          </a:p>
        </p:txBody>
      </p:sp>
      <p:sp>
        <p:nvSpPr>
          <p:cNvPr id="27659" name="Rectangle 11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01650" y="9665933"/>
            <a:ext cx="3216871" cy="37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b" anchorCtr="0" compatLnSpc="1">
            <a:prstTxWarp prst="textNoShape">
              <a:avLst/>
            </a:prstTxWarp>
          </a:bodyPr>
          <a:lstStyle>
            <a:lvl1pPr algn="l" defTabSz="954018">
              <a:defRPr sz="700" i="1" dirty="0">
                <a:effectLst/>
              </a:defRPr>
            </a:lvl1pPr>
          </a:lstStyle>
          <a:p>
            <a:pPr>
              <a:defRPr/>
            </a:pPr>
            <a:endParaRPr lang="en-US" altLang="ja-JP" dirty="0">
              <a:latin typeface="+mj-lt"/>
            </a:endParaRP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flipH="1">
            <a:off x="593152" y="406135"/>
            <a:ext cx="5916083" cy="0"/>
          </a:xfrm>
          <a:prstGeom prst="line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3" tIns="45716" rIns="91433" bIns="45716"/>
          <a:lstStyle/>
          <a:p>
            <a:pPr>
              <a:defRPr/>
            </a:pPr>
            <a:endParaRPr lang="id-ID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H="1">
            <a:off x="593152" y="9828478"/>
            <a:ext cx="5916083" cy="0"/>
          </a:xfrm>
          <a:prstGeom prst="line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3" tIns="45716" rIns="91433" bIns="45716"/>
          <a:lstStyle/>
          <a:p>
            <a:pPr>
              <a:defRPr/>
            </a:pP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37607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t" anchorCtr="0" compatLnSpc="1">
            <a:prstTxWarp prst="textNoShape">
              <a:avLst/>
            </a:prstTxWarp>
          </a:bodyPr>
          <a:lstStyle>
            <a:lvl1pPr algn="l" defTabSz="954018">
              <a:defRPr sz="900">
                <a:effectLst/>
                <a:latin typeface="+mj-lt"/>
              </a:defRPr>
            </a:lvl1pPr>
          </a:lstStyle>
          <a:p>
            <a:pPr>
              <a:defRPr/>
            </a:pPr>
            <a:r>
              <a:rPr lang="en-US" altLang="ja-JP" dirty="0"/>
              <a:t>romi@romisatriawahono.net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31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t" anchorCtr="0" compatLnSpc="1">
            <a:prstTxWarp prst="textNoShape">
              <a:avLst/>
            </a:prstTxWarp>
          </a:bodyPr>
          <a:lstStyle>
            <a:lvl1pPr algn="r" defTabSz="954018">
              <a:defRPr sz="900">
                <a:effectLst/>
                <a:latin typeface="+mj-lt"/>
              </a:defRPr>
            </a:lvl1pPr>
          </a:lstStyle>
          <a:p>
            <a:pPr>
              <a:defRPr/>
            </a:pPr>
            <a:r>
              <a:rPr lang="en-US" altLang="ja-JP"/>
              <a:t>...</a:t>
            </a:r>
            <a:endParaRPr lang="en-US" altLang="ja-JP" dirty="0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6050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8" y="4860090"/>
            <a:ext cx="5207386" cy="460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3562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b" anchorCtr="0" compatLnSpc="1">
            <a:prstTxWarp prst="textNoShape">
              <a:avLst/>
            </a:prstTxWarp>
          </a:bodyPr>
          <a:lstStyle>
            <a:lvl1pPr algn="l" defTabSz="954018">
              <a:defRPr sz="900">
                <a:effectLst/>
                <a:latin typeface="+mj-lt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31" y="9723562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2" tIns="47691" rIns="95382" bIns="47691" numCol="1" anchor="b" anchorCtr="0" compatLnSpc="1">
            <a:prstTxWarp prst="textNoShape">
              <a:avLst/>
            </a:prstTxWarp>
          </a:bodyPr>
          <a:lstStyle>
            <a:lvl1pPr algn="r" defTabSz="954018">
              <a:defRPr sz="900">
                <a:effectLst/>
                <a:latin typeface="+mj-lt"/>
              </a:defRPr>
            </a:lvl1pPr>
          </a:lstStyle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2634699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9913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89472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06876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  <a:endParaRPr lang="en-US" altLang="ja-JP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74995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38185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41518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531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26515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99621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94540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2676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25908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19044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5AC808-AA19-435A-8931-49791C488255}" type="slidenum">
              <a:rPr lang="en-US"/>
              <a:pPr/>
              <a:t>21</a:t>
            </a:fld>
            <a:endParaRPr lang="en-US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620213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91516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48010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23685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85740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42723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702572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047324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23930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15693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608414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2924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4808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340413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235040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37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13272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9352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4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1"/>
            <a:ext cx="10515600" cy="5333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695FC-E036-4DE0-BB7F-292A2DD0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639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466976"/>
            <a:ext cx="10515600" cy="2095501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08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3001"/>
            <a:ext cx="5181600" cy="53335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3001"/>
            <a:ext cx="5181600" cy="5333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95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66800"/>
            <a:ext cx="5157787" cy="74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14512"/>
            <a:ext cx="5157787" cy="4662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066800"/>
            <a:ext cx="5183188" cy="74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814512"/>
            <a:ext cx="5183188" cy="4662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0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30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88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1"/>
            <a:ext cx="5384800" cy="54097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384800" cy="5409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71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96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33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45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427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57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5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81184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40360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56409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55274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43001"/>
            <a:ext cx="10515600" cy="5333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4" y="6743943"/>
            <a:ext cx="874437" cy="114057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705600"/>
            <a:ext cx="2743200" cy="15240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0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68854A-5E7E-604D-73A9-D076CEB5B1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0799" y="6718392"/>
            <a:ext cx="692727" cy="123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A1895D-4ACE-A9AD-5C82-5280E0E0C2D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4" y="6743943"/>
            <a:ext cx="874437" cy="1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9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slideLayout" Target="../slideLayouts/slideLayout10.xml"/><Relationship Id="rId7" Type="http://schemas.openxmlformats.org/officeDocument/2006/relationships/diagramQuickStyle" Target="../diagrams/quickStyle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notesSlide" Target="../notesSlides/notesSlide9.xml"/><Relationship Id="rId9" Type="http://schemas.microsoft.com/office/2007/relationships/diagramDrawing" Target="../diagrams/drawing3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10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slideLayout" Target="../slideLayouts/slideLayout10.xml"/><Relationship Id="rId7" Type="http://schemas.openxmlformats.org/officeDocument/2006/relationships/diagramQuickStyle" Target="../diagrams/quickStyle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notesSlide" Target="../notesSlides/notesSlide13.xml"/><Relationship Id="rId9" Type="http://schemas.microsoft.com/office/2007/relationships/diagramDrawing" Target="../diagrams/drawing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9.jpe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hyperlink" Target="reference/The%20Rise%20And%20Fall%20Of%20Waterfall.flv" TargetMode="Externa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3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4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notesSlide" Target="../notesSlides/notesSlide21.xml"/><Relationship Id="rId7" Type="http://schemas.openxmlformats.org/officeDocument/2006/relationships/diagramColors" Target="../diagrams/colors7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7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slideLayout" Target="../slideLayouts/slideLayout10.xml"/><Relationship Id="rId7" Type="http://schemas.openxmlformats.org/officeDocument/2006/relationships/diagramQuickStyle" Target="../diagrams/quickStyle8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notesSlide" Target="../notesSlides/notesSlide24.xml"/><Relationship Id="rId9" Type="http://schemas.microsoft.com/office/2007/relationships/diagramDrawing" Target="../diagrams/drawing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image" Target="../media/image2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44.xml"/><Relationship Id="rId7" Type="http://schemas.openxmlformats.org/officeDocument/2006/relationships/image" Target="../media/image30.jp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8B38656A-BEDF-99D8-7528-85858787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Systems Development Life Cycle (SDLC)</a:t>
            </a:r>
            <a:endParaRPr lang="en-US" dirty="0"/>
          </a:p>
        </p:txBody>
      </p:sp>
      <p:pic>
        <p:nvPicPr>
          <p:cNvPr id="7" name="Picture 6" descr="Seedling growing on a tree trunk">
            <a:extLst>
              <a:ext uri="{FF2B5EF4-FFF2-40B4-BE49-F238E27FC236}">
                <a16:creationId xmlns:a16="http://schemas.microsoft.com/office/drawing/2014/main" id="{87936E66-A004-6600-51ED-9F383CF15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25" b="22997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50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EC19E1-3070-4854-9115-6618E9899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id-ID" dirty="0" err="1"/>
              <a:t>Process</a:t>
            </a:r>
            <a:r>
              <a:rPr lang="en-US" dirty="0"/>
              <a:t> in System Development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11846-42B6-4A63-AF9E-BFF4659FB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143001"/>
            <a:ext cx="5715000" cy="5333549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dirty="0"/>
              <a:t>Membawa permintaan kebutuhan (perubahan) </a:t>
            </a:r>
            <a:r>
              <a:rPr lang="id-ID" dirty="0" err="1"/>
              <a:t>software</a:t>
            </a:r>
            <a:r>
              <a:rPr lang="id-ID" dirty="0"/>
              <a:t> (</a:t>
            </a:r>
            <a:r>
              <a:rPr lang="id-ID" dirty="0">
                <a:solidFill>
                  <a:srgbClr val="C00000"/>
                </a:solidFill>
              </a:rPr>
              <a:t>System </a:t>
            </a:r>
            <a:r>
              <a:rPr lang="id-ID" dirty="0" err="1">
                <a:solidFill>
                  <a:srgbClr val="C00000"/>
                </a:solidFill>
              </a:rPr>
              <a:t>Request</a:t>
            </a:r>
            <a:r>
              <a:rPr lang="id-ID" dirty="0"/>
              <a:t>) ke System </a:t>
            </a:r>
            <a:r>
              <a:rPr lang="id-ID" dirty="0" err="1"/>
              <a:t>Analyst</a:t>
            </a:r>
            <a:endParaRPr lang="id-ID" dirty="0"/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System </a:t>
            </a:r>
            <a:r>
              <a:rPr lang="id-ID" dirty="0" err="1"/>
              <a:t>Analyst</a:t>
            </a:r>
            <a:r>
              <a:rPr lang="id-ID" dirty="0"/>
              <a:t> membuat analisis kelayakan (</a:t>
            </a:r>
            <a:r>
              <a:rPr lang="id-ID" dirty="0" err="1">
                <a:solidFill>
                  <a:srgbClr val="C00000"/>
                </a:solidFill>
              </a:rPr>
              <a:t>Feasibility</a:t>
            </a:r>
            <a:r>
              <a:rPr lang="id-ID" dirty="0">
                <a:solidFill>
                  <a:srgbClr val="C00000"/>
                </a:solidFill>
              </a:rPr>
              <a:t> </a:t>
            </a:r>
            <a:r>
              <a:rPr lang="id-ID" dirty="0" err="1">
                <a:solidFill>
                  <a:srgbClr val="C00000"/>
                </a:solidFill>
              </a:rPr>
              <a:t>Analysis</a:t>
            </a:r>
            <a:r>
              <a:rPr lang="id-ID" dirty="0"/>
              <a:t>) dari System </a:t>
            </a:r>
            <a:r>
              <a:rPr lang="id-ID" dirty="0" err="1"/>
              <a:t>Request</a:t>
            </a:r>
            <a:r>
              <a:rPr lang="id-ID" dirty="0"/>
              <a:t> tersebut</a:t>
            </a:r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Setelah dinyatakan layak, proses </a:t>
            </a:r>
            <a:r>
              <a:rPr lang="id-ID" dirty="0" err="1"/>
              <a:t>analysis</a:t>
            </a:r>
            <a:r>
              <a:rPr lang="id-ID" dirty="0"/>
              <a:t> dan </a:t>
            </a:r>
            <a:r>
              <a:rPr lang="id-ID" dirty="0" err="1"/>
              <a:t>design</a:t>
            </a:r>
            <a:r>
              <a:rPr lang="id-ID" dirty="0"/>
              <a:t> dilakukan oleh System </a:t>
            </a:r>
            <a:r>
              <a:rPr lang="id-ID" dirty="0" err="1"/>
              <a:t>Analyst</a:t>
            </a:r>
            <a:r>
              <a:rPr lang="id-ID" dirty="0"/>
              <a:t>, dan hasilnya adalah </a:t>
            </a:r>
            <a:r>
              <a:rPr lang="id-ID" dirty="0">
                <a:solidFill>
                  <a:schemeClr val="accent2"/>
                </a:solidFill>
              </a:rPr>
              <a:t>System </a:t>
            </a:r>
            <a:r>
              <a:rPr lang="id-ID" dirty="0" err="1">
                <a:solidFill>
                  <a:schemeClr val="accent2"/>
                </a:solidFill>
              </a:rPr>
              <a:t>Specification</a:t>
            </a:r>
            <a:endParaRPr lang="id-ID" dirty="0">
              <a:solidFill>
                <a:schemeClr val="accent2"/>
              </a:solidFill>
            </a:endParaRPr>
          </a:p>
          <a:p>
            <a:pPr lvl="1"/>
            <a:r>
              <a:rPr lang="id-ID" dirty="0"/>
              <a:t>Business </a:t>
            </a:r>
            <a:r>
              <a:rPr lang="id-ID" dirty="0" err="1"/>
              <a:t>Analyst</a:t>
            </a:r>
            <a:r>
              <a:rPr lang="id-ID" dirty="0"/>
              <a:t> membantu System </a:t>
            </a:r>
            <a:r>
              <a:rPr lang="id-ID" dirty="0" err="1"/>
              <a:t>Analyst</a:t>
            </a:r>
            <a:r>
              <a:rPr lang="id-ID" dirty="0"/>
              <a:t> memahami proses bisnis dan </a:t>
            </a:r>
            <a:r>
              <a:rPr lang="id-ID" dirty="0" err="1"/>
              <a:t>knowledge</a:t>
            </a:r>
            <a:r>
              <a:rPr lang="id-ID" dirty="0"/>
              <a:t> berhubungan dengan </a:t>
            </a:r>
            <a:r>
              <a:rPr lang="id-ID" dirty="0" err="1"/>
              <a:t>software</a:t>
            </a:r>
            <a:r>
              <a:rPr lang="id-ID" dirty="0"/>
              <a:t> yang akan dibangun</a:t>
            </a:r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System </a:t>
            </a:r>
            <a:r>
              <a:rPr lang="id-ID" dirty="0" err="1"/>
              <a:t>Specification</a:t>
            </a:r>
            <a:r>
              <a:rPr lang="id-ID" dirty="0"/>
              <a:t> diserahkan oleh System </a:t>
            </a:r>
            <a:r>
              <a:rPr lang="id-ID" dirty="0" err="1"/>
              <a:t>Anayst</a:t>
            </a:r>
            <a:r>
              <a:rPr lang="id-ID" dirty="0"/>
              <a:t> ke </a:t>
            </a:r>
            <a:r>
              <a:rPr lang="id-ID" dirty="0" err="1"/>
              <a:t>Programmer</a:t>
            </a:r>
            <a:r>
              <a:rPr lang="id-ID" dirty="0"/>
              <a:t> untuk dilakukan </a:t>
            </a:r>
            <a:r>
              <a:rPr lang="id-ID" dirty="0" err="1"/>
              <a:t>Construction</a:t>
            </a:r>
            <a:r>
              <a:rPr lang="id-ID" dirty="0"/>
              <a:t> (</a:t>
            </a:r>
            <a:r>
              <a:rPr lang="id-ID" dirty="0" err="1"/>
              <a:t>Coding</a:t>
            </a:r>
            <a:r>
              <a:rPr lang="id-ID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Hasil </a:t>
            </a:r>
            <a:r>
              <a:rPr lang="id-ID" dirty="0" err="1"/>
              <a:t>Construction</a:t>
            </a:r>
            <a:r>
              <a:rPr lang="id-ID" dirty="0"/>
              <a:t> berupa </a:t>
            </a:r>
            <a:r>
              <a:rPr lang="id-ID" dirty="0">
                <a:solidFill>
                  <a:srgbClr val="008000"/>
                </a:solidFill>
              </a:rPr>
              <a:t>Kode Program </a:t>
            </a:r>
            <a:r>
              <a:rPr lang="id-ID" dirty="0"/>
              <a:t>diserahkan ke </a:t>
            </a:r>
            <a:r>
              <a:rPr lang="id-ID" dirty="0" err="1"/>
              <a:t>Software</a:t>
            </a:r>
            <a:r>
              <a:rPr lang="id-ID" dirty="0"/>
              <a:t> Tester untuk diuji (Unit, </a:t>
            </a:r>
            <a:r>
              <a:rPr lang="id-ID" dirty="0" err="1"/>
              <a:t>Integration</a:t>
            </a:r>
            <a:r>
              <a:rPr lang="id-ID" dirty="0"/>
              <a:t>, System, User </a:t>
            </a:r>
            <a:r>
              <a:rPr lang="id-ID" dirty="0" err="1"/>
              <a:t>Acceptance</a:t>
            </a:r>
            <a:r>
              <a:rPr lang="id-ID" dirty="0"/>
              <a:t> Testing)</a:t>
            </a:r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Kode Program + Dokumentasi (Pengembangan dan </a:t>
            </a:r>
            <a:r>
              <a:rPr lang="id-ID" dirty="0" err="1"/>
              <a:t>Penggunaa</a:t>
            </a:r>
            <a:r>
              <a:rPr lang="id-ID" dirty="0"/>
              <a:t>) + Laporan Testing = </a:t>
            </a:r>
            <a:r>
              <a:rPr lang="id-ID" dirty="0" err="1">
                <a:solidFill>
                  <a:srgbClr val="008000"/>
                </a:solidFill>
              </a:rPr>
              <a:t>Software</a:t>
            </a:r>
            <a:endParaRPr lang="id-ID" dirty="0">
              <a:solidFill>
                <a:srgbClr val="008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id-ID" dirty="0"/>
              <a:t>Siklus kembali ke 1 apabila ada permintaan perubahan (</a:t>
            </a:r>
            <a:r>
              <a:rPr lang="id-ID" dirty="0">
                <a:solidFill>
                  <a:srgbClr val="0070C0"/>
                </a:solidFill>
              </a:rPr>
              <a:t>Permintaan Perubahan </a:t>
            </a:r>
            <a:r>
              <a:rPr lang="id-ID" dirty="0" err="1">
                <a:solidFill>
                  <a:srgbClr val="0070C0"/>
                </a:solidFill>
              </a:rPr>
              <a:t>Software</a:t>
            </a:r>
            <a:r>
              <a:rPr lang="id-ID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9ADF-DA75-4C0C-9599-B2C3822A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E5B4288-901C-41E6-834B-614CB4A62107}"/>
              </a:ext>
            </a:extLst>
          </p:cNvPr>
          <p:cNvSpPr/>
          <p:nvPr/>
        </p:nvSpPr>
        <p:spPr>
          <a:xfrm>
            <a:off x="7467600" y="1167020"/>
            <a:ext cx="685800" cy="857251"/>
          </a:xfrm>
          <a:prstGeom prst="rightBrac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81AD8E-6CFA-4552-87DC-018DE15450CA}"/>
              </a:ext>
            </a:extLst>
          </p:cNvPr>
          <p:cNvSpPr txBox="1"/>
          <p:nvPr/>
        </p:nvSpPr>
        <p:spPr>
          <a:xfrm>
            <a:off x="7981200" y="1168690"/>
            <a:ext cx="2348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2400" b="1" dirty="0" err="1">
                <a:solidFill>
                  <a:srgbClr val="C00000"/>
                </a:solidFill>
                <a:effectLst/>
                <a:latin typeface="+mn-lt"/>
              </a:rPr>
              <a:t>Planning</a:t>
            </a:r>
            <a:br>
              <a:rPr lang="id-ID" sz="2800" dirty="0">
                <a:solidFill>
                  <a:srgbClr val="C00000"/>
                </a:solidFill>
                <a:effectLst/>
                <a:latin typeface="+mn-lt"/>
              </a:rPr>
            </a:br>
            <a:r>
              <a:rPr lang="id-ID" sz="2000" i="1" dirty="0">
                <a:solidFill>
                  <a:srgbClr val="C00000"/>
                </a:solidFill>
                <a:effectLst/>
                <a:latin typeface="+mn-lt"/>
              </a:rPr>
              <a:t>(</a:t>
            </a:r>
            <a:r>
              <a:rPr lang="en-US" sz="2000" i="1" dirty="0">
                <a:solidFill>
                  <a:srgbClr val="C00000"/>
                </a:solidFill>
                <a:effectLst/>
                <a:latin typeface="+mn-lt"/>
              </a:rPr>
              <a:t>System</a:t>
            </a:r>
            <a:r>
              <a:rPr lang="id-ID" sz="2000" i="1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en-US" sz="2000" i="1" dirty="0">
                <a:solidFill>
                  <a:srgbClr val="C00000"/>
                </a:solidFill>
                <a:effectLst/>
                <a:latin typeface="+mn-lt"/>
              </a:rPr>
              <a:t>Proposal</a:t>
            </a:r>
            <a:r>
              <a:rPr lang="id-ID" sz="2000" i="1" dirty="0">
                <a:solidFill>
                  <a:srgbClr val="C00000"/>
                </a:solidFill>
                <a:effectLst/>
                <a:latin typeface="+mn-lt"/>
              </a:rPr>
              <a:t>)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2EF376F-7FB1-4D3A-B209-0301CB21E265}"/>
              </a:ext>
            </a:extLst>
          </p:cNvPr>
          <p:cNvSpPr/>
          <p:nvPr/>
        </p:nvSpPr>
        <p:spPr>
          <a:xfrm>
            <a:off x="7467600" y="2438400"/>
            <a:ext cx="685800" cy="1371600"/>
          </a:xfrm>
          <a:prstGeom prst="rightBrac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FA534-A8E9-4D77-A370-C10190FB525D}"/>
              </a:ext>
            </a:extLst>
          </p:cNvPr>
          <p:cNvSpPr txBox="1"/>
          <p:nvPr/>
        </p:nvSpPr>
        <p:spPr>
          <a:xfrm>
            <a:off x="7942507" y="2724536"/>
            <a:ext cx="27090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2400" b="1" dirty="0" err="1">
                <a:solidFill>
                  <a:schemeClr val="accent2"/>
                </a:solidFill>
                <a:effectLst/>
                <a:latin typeface="+mn-lt"/>
              </a:rPr>
              <a:t>Analysis</a:t>
            </a:r>
            <a:r>
              <a:rPr lang="id-ID" sz="2400" b="1" dirty="0">
                <a:solidFill>
                  <a:schemeClr val="accent2"/>
                </a:solidFill>
                <a:effectLst/>
                <a:latin typeface="+mn-lt"/>
              </a:rPr>
              <a:t> </a:t>
            </a:r>
            <a:r>
              <a:rPr lang="id-ID" sz="2400" b="1" dirty="0" err="1">
                <a:solidFill>
                  <a:schemeClr val="accent2"/>
                </a:solidFill>
                <a:effectLst/>
                <a:latin typeface="+mn-lt"/>
              </a:rPr>
              <a:t>and</a:t>
            </a:r>
            <a:r>
              <a:rPr lang="id-ID" sz="2400" b="1" dirty="0">
                <a:solidFill>
                  <a:schemeClr val="accent2"/>
                </a:solidFill>
                <a:effectLst/>
                <a:latin typeface="+mn-lt"/>
              </a:rPr>
              <a:t> Design</a:t>
            </a:r>
            <a:br>
              <a:rPr lang="id-ID" sz="2800" dirty="0">
                <a:solidFill>
                  <a:schemeClr val="accent2"/>
                </a:solidFill>
                <a:effectLst/>
                <a:latin typeface="+mn-lt"/>
              </a:rPr>
            </a:br>
            <a:r>
              <a:rPr lang="id-ID" sz="2000" i="1" dirty="0">
                <a:solidFill>
                  <a:schemeClr val="accent2"/>
                </a:solidFill>
                <a:effectLst/>
                <a:latin typeface="+mn-lt"/>
              </a:rPr>
              <a:t>(</a:t>
            </a:r>
            <a:r>
              <a:rPr lang="en-US" sz="2000" i="1" dirty="0">
                <a:solidFill>
                  <a:schemeClr val="accent2"/>
                </a:solidFill>
                <a:effectLst/>
                <a:latin typeface="+mn-lt"/>
              </a:rPr>
              <a:t>System</a:t>
            </a:r>
            <a:r>
              <a:rPr lang="id-ID" sz="2000" i="1" dirty="0">
                <a:solidFill>
                  <a:schemeClr val="accent2"/>
                </a:solidFill>
                <a:effectLst/>
                <a:latin typeface="+mn-lt"/>
              </a:rPr>
              <a:t> </a:t>
            </a:r>
            <a:r>
              <a:rPr lang="en-US" sz="2000" i="1" dirty="0">
                <a:solidFill>
                  <a:schemeClr val="accent2"/>
                </a:solidFill>
                <a:effectLst/>
                <a:latin typeface="+mn-lt"/>
              </a:rPr>
              <a:t>Specification</a:t>
            </a:r>
            <a:r>
              <a:rPr lang="id-ID" sz="2000" i="1" dirty="0">
                <a:solidFill>
                  <a:schemeClr val="accent2"/>
                </a:solidFill>
                <a:effectLst/>
                <a:latin typeface="+mn-lt"/>
              </a:rPr>
              <a:t>)</a:t>
            </a:r>
            <a:endParaRPr lang="id-ID" sz="2800" i="1" dirty="0">
              <a:solidFill>
                <a:schemeClr val="accent2"/>
              </a:solidFill>
              <a:effectLst/>
              <a:latin typeface="+mn-lt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1A10641-A12E-4FE0-8379-FBF4BA946AA9}"/>
              </a:ext>
            </a:extLst>
          </p:cNvPr>
          <p:cNvSpPr/>
          <p:nvPr/>
        </p:nvSpPr>
        <p:spPr>
          <a:xfrm>
            <a:off x="7467600" y="3928943"/>
            <a:ext cx="685800" cy="1760369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19920-81B5-43BE-9191-B05259971E3F}"/>
              </a:ext>
            </a:extLst>
          </p:cNvPr>
          <p:cNvSpPr txBox="1"/>
          <p:nvPr/>
        </p:nvSpPr>
        <p:spPr>
          <a:xfrm>
            <a:off x="7942506" y="4386578"/>
            <a:ext cx="22469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2400" b="1" dirty="0" err="1">
                <a:solidFill>
                  <a:srgbClr val="00B050"/>
                </a:solidFill>
                <a:effectLst/>
                <a:latin typeface="+mn-lt"/>
              </a:rPr>
              <a:t>Implementation</a:t>
            </a:r>
            <a:br>
              <a:rPr lang="id-ID" sz="2800" dirty="0">
                <a:solidFill>
                  <a:srgbClr val="00B050"/>
                </a:solidFill>
                <a:effectLst/>
                <a:latin typeface="+mn-lt"/>
              </a:rPr>
            </a:br>
            <a:r>
              <a:rPr lang="id-ID" sz="2000" i="1" dirty="0">
                <a:solidFill>
                  <a:srgbClr val="00B050"/>
                </a:solidFill>
                <a:effectLst/>
                <a:latin typeface="+mn-lt"/>
              </a:rPr>
              <a:t>(</a:t>
            </a:r>
            <a:r>
              <a:rPr lang="id-ID" sz="2000" i="1" dirty="0" err="1">
                <a:solidFill>
                  <a:srgbClr val="00B050"/>
                </a:solidFill>
                <a:effectLst/>
                <a:latin typeface="+mn-lt"/>
              </a:rPr>
              <a:t>Software</a:t>
            </a:r>
            <a:r>
              <a:rPr lang="id-ID" sz="2000" i="1" dirty="0">
                <a:solidFill>
                  <a:srgbClr val="00B050"/>
                </a:solidFill>
                <a:effectLst/>
                <a:latin typeface="+mn-lt"/>
              </a:rPr>
              <a:t>)</a:t>
            </a:r>
            <a:endParaRPr lang="id-ID" sz="2800" i="1" dirty="0">
              <a:solidFill>
                <a:srgbClr val="00B050"/>
              </a:solidFill>
              <a:effectLst/>
              <a:latin typeface="+mn-lt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E4BA8954-D3DA-44C2-BA07-109458BFE2FF}"/>
              </a:ext>
            </a:extLst>
          </p:cNvPr>
          <p:cNvSpPr/>
          <p:nvPr/>
        </p:nvSpPr>
        <p:spPr>
          <a:xfrm>
            <a:off x="7467600" y="5898360"/>
            <a:ext cx="685800" cy="588492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4E4A86-43A7-44E5-B627-8EC14EBDC2A8}"/>
              </a:ext>
            </a:extLst>
          </p:cNvPr>
          <p:cNvSpPr txBox="1"/>
          <p:nvPr/>
        </p:nvSpPr>
        <p:spPr>
          <a:xfrm>
            <a:off x="7987826" y="5789803"/>
            <a:ext cx="22379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2400" b="1" dirty="0" err="1">
                <a:solidFill>
                  <a:srgbClr val="0070C0"/>
                </a:solidFill>
                <a:effectLst/>
                <a:latin typeface="+mn-lt"/>
              </a:rPr>
              <a:t>Evolution</a:t>
            </a:r>
            <a:br>
              <a:rPr lang="id-ID" sz="2800" dirty="0">
                <a:solidFill>
                  <a:srgbClr val="0070C0"/>
                </a:solidFill>
                <a:effectLst/>
                <a:latin typeface="+mn-lt"/>
              </a:rPr>
            </a:br>
            <a:r>
              <a:rPr lang="id-ID" sz="2000" i="1" dirty="0">
                <a:solidFill>
                  <a:srgbClr val="0070C0"/>
                </a:solidFill>
                <a:effectLst/>
                <a:latin typeface="+mn-lt"/>
              </a:rPr>
              <a:t>(</a:t>
            </a:r>
            <a:r>
              <a:rPr lang="id-ID" sz="2000" i="1" dirty="0" err="1">
                <a:solidFill>
                  <a:srgbClr val="0070C0"/>
                </a:solidFill>
                <a:effectLst/>
                <a:latin typeface="+mn-lt"/>
              </a:rPr>
              <a:t>Updated</a:t>
            </a:r>
            <a:r>
              <a:rPr lang="id-ID" sz="2000" i="1" dirty="0">
                <a:solidFill>
                  <a:srgbClr val="0070C0"/>
                </a:solidFill>
                <a:effectLst/>
                <a:latin typeface="+mn-lt"/>
              </a:rPr>
              <a:t> </a:t>
            </a:r>
            <a:r>
              <a:rPr lang="id-ID" sz="2000" i="1" dirty="0" err="1">
                <a:solidFill>
                  <a:srgbClr val="0070C0"/>
                </a:solidFill>
                <a:effectLst/>
                <a:latin typeface="+mn-lt"/>
              </a:rPr>
              <a:t>Software</a:t>
            </a:r>
            <a:r>
              <a:rPr lang="id-ID" sz="2000" i="1" dirty="0">
                <a:solidFill>
                  <a:srgbClr val="0070C0"/>
                </a:solidFill>
                <a:effectLst/>
                <a:latin typeface="+mn-lt"/>
              </a:rPr>
              <a:t>)</a:t>
            </a:r>
            <a:endParaRPr lang="id-ID" sz="2800" i="1" dirty="0">
              <a:solidFill>
                <a:srgbClr val="0070C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575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Systems Development Life Cycle (SDLC)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52650" y="6019800"/>
            <a:ext cx="7886700" cy="533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2400" i="1" dirty="0"/>
              <a:t>(Shelly, 2012)            (Dennis, 2016)           (</a:t>
            </a:r>
            <a:r>
              <a:rPr lang="id-ID" sz="2400" i="1" dirty="0" err="1"/>
              <a:t>Valacich</a:t>
            </a:r>
            <a:r>
              <a:rPr lang="id-ID" sz="2400" i="1" dirty="0"/>
              <a:t>, 2017)</a:t>
            </a:r>
            <a:endParaRPr lang="en-US" sz="2400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Content Placeholder 9"/>
          <p:cNvGraphicFramePr>
            <a:graphicFrameLocks/>
          </p:cNvGraphicFramePr>
          <p:nvPr/>
        </p:nvGraphicFramePr>
        <p:xfrm>
          <a:off x="1828800" y="1143000"/>
          <a:ext cx="859042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26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56E3A91-2E2F-4ED9-A28A-3DA97D574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7F33915-6B3B-401C-B50F-B22A754E2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8358C13-D8CC-4AD2-A7BF-1189D1A96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6D247C-7331-400F-88B3-FB5C75DEF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5B85177-67DC-46B9-9178-4FD74108A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CA6A8E-22C6-4F9F-B88D-7C12E5956E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80DDDCB-B12F-428D-A586-90FD6F79F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8F4E31-E423-4928-A28F-F71BD81A5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remove"/>
                                        <p:tgtEl>
                                          <p:spTgt spid="5">
                                            <p:graphicEl>
                                              <a:dgm id="{256E3A91-2E2F-4ED9-A28A-3DA97D574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remove"/>
                                        <p:tgtEl>
                                          <p:spTgt spid="5">
                                            <p:graphicEl>
                                              <a:dgm id="{256E3A91-2E2F-4ED9-A28A-3DA97D574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5">
                                            <p:graphicEl>
                                              <a:dgm id="{256E3A91-2E2F-4ED9-A28A-3DA97D574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5">
                                            <p:graphicEl>
                                              <a:dgm id="{256E3A91-2E2F-4ED9-A28A-3DA97D574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utoRev="1" fill="remove"/>
                                        <p:tgtEl>
                                          <p:spTgt spid="5">
                                            <p:graphicEl>
                                              <a:dgm id="{47F33915-6B3B-401C-B50F-B22A754E2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utoRev="1" fill="remove"/>
                                        <p:tgtEl>
                                          <p:spTgt spid="5">
                                            <p:graphicEl>
                                              <a:dgm id="{47F33915-6B3B-401C-B50F-B22A754E2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5">
                                            <p:graphicEl>
                                              <a:dgm id="{47F33915-6B3B-401C-B50F-B22A754E2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5">
                                            <p:graphicEl>
                                              <a:dgm id="{47F33915-6B3B-401C-B50F-B22A754E2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250" autoRev="1" fill="remove"/>
                                        <p:tgtEl>
                                          <p:spTgt spid="5">
                                            <p:graphicEl>
                                              <a:dgm id="{28358C13-D8CC-4AD2-A7BF-1189D1A96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" dur="250" autoRev="1" fill="remove"/>
                                        <p:tgtEl>
                                          <p:spTgt spid="5">
                                            <p:graphicEl>
                                              <a:dgm id="{28358C13-D8CC-4AD2-A7BF-1189D1A96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250" autoRev="1" fill="remove"/>
                                        <p:tgtEl>
                                          <p:spTgt spid="5">
                                            <p:graphicEl>
                                              <a:dgm id="{28358C13-D8CC-4AD2-A7BF-1189D1A96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5">
                                            <p:graphicEl>
                                              <a:dgm id="{28358C13-D8CC-4AD2-A7BF-1189D1A96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5">
                                            <p:graphicEl>
                                              <a:dgm id="{396D247C-7331-400F-88B3-FB5C75DEF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5">
                                            <p:graphicEl>
                                              <a:dgm id="{396D247C-7331-400F-88B3-FB5C75DEF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5">
                                            <p:graphicEl>
                                              <a:dgm id="{396D247C-7331-400F-88B3-FB5C75DEF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5">
                                            <p:graphicEl>
                                              <a:dgm id="{396D247C-7331-400F-88B3-FB5C75DEF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50" autoRev="1" fill="remove"/>
                                        <p:tgtEl>
                                          <p:spTgt spid="5">
                                            <p:graphicEl>
                                              <a:dgm id="{E5B85177-67DC-46B9-9178-4FD74108A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" dur="250" autoRev="1" fill="remove"/>
                                        <p:tgtEl>
                                          <p:spTgt spid="5">
                                            <p:graphicEl>
                                              <a:dgm id="{E5B85177-67DC-46B9-9178-4FD74108A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250" autoRev="1" fill="remove"/>
                                        <p:tgtEl>
                                          <p:spTgt spid="5">
                                            <p:graphicEl>
                                              <a:dgm id="{E5B85177-67DC-46B9-9178-4FD74108A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5">
                                            <p:graphicEl>
                                              <a:dgm id="{E5B85177-67DC-46B9-9178-4FD74108A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250" autoRev="1" fill="remove"/>
                                        <p:tgtEl>
                                          <p:spTgt spid="5">
                                            <p:graphicEl>
                                              <a:dgm id="{D2CA6A8E-22C6-4F9F-B88D-7C12E5956E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4" dur="250" autoRev="1" fill="remove"/>
                                        <p:tgtEl>
                                          <p:spTgt spid="5">
                                            <p:graphicEl>
                                              <a:dgm id="{D2CA6A8E-22C6-4F9F-B88D-7C12E5956E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250" autoRev="1" fill="remove"/>
                                        <p:tgtEl>
                                          <p:spTgt spid="5">
                                            <p:graphicEl>
                                              <a:dgm id="{D2CA6A8E-22C6-4F9F-B88D-7C12E5956E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50" autoRev="1" fill="remove"/>
                                        <p:tgtEl>
                                          <p:spTgt spid="5">
                                            <p:graphicEl>
                                              <a:dgm id="{D2CA6A8E-22C6-4F9F-B88D-7C12E5956E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50" autoRev="1" fill="remove"/>
                                        <p:tgtEl>
                                          <p:spTgt spid="5">
                                            <p:graphicEl>
                                              <a:dgm id="{780DDDCB-B12F-428D-A586-90FD6F79F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" dur="250" autoRev="1" fill="remove"/>
                                        <p:tgtEl>
                                          <p:spTgt spid="5">
                                            <p:graphicEl>
                                              <a:dgm id="{780DDDCB-B12F-428D-A586-90FD6F79F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5">
                                            <p:graphicEl>
                                              <a:dgm id="{780DDDCB-B12F-428D-A586-90FD6F79F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5">
                                            <p:graphicEl>
                                              <a:dgm id="{780DDDCB-B12F-428D-A586-90FD6F79F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50" autoRev="1" fill="remove"/>
                                        <p:tgtEl>
                                          <p:spTgt spid="5">
                                            <p:graphicEl>
                                              <a:dgm id="{498F4E31-E423-4928-A28F-F71BD81A5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6" dur="250" autoRev="1" fill="remove"/>
                                        <p:tgtEl>
                                          <p:spTgt spid="5">
                                            <p:graphicEl>
                                              <a:dgm id="{498F4E31-E423-4928-A28F-F71BD81A5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5">
                                            <p:graphicEl>
                                              <a:dgm id="{498F4E31-E423-4928-A28F-F71BD81A5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autoRev="1" fill="remove"/>
                                        <p:tgtEl>
                                          <p:spTgt spid="5">
                                            <p:graphicEl>
                                              <a:dgm id="{498F4E31-E423-4928-A28F-F71BD81A5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Graphic spid="5" grpId="0" uiExpand="1">
        <p:bldSub>
          <a:bldDgm/>
        </p:bldSub>
      </p:bldGraphic>
      <p:bldGraphic spid="5" grpId="1">
        <p:bldSub>
          <a:bldDgm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Systems Development Life Cycle (SDLC)</a:t>
            </a:r>
          </a:p>
        </p:txBody>
      </p:sp>
      <p:sp>
        <p:nvSpPr>
          <p:cNvPr id="880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2153999" y="1352549"/>
            <a:ext cx="8039100" cy="5181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Planning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Why</a:t>
            </a:r>
            <a:r>
              <a:rPr lang="en-US" sz="2400" dirty="0"/>
              <a:t> build the system?</a:t>
            </a:r>
          </a:p>
          <a:p>
            <a:pPr marL="801687" lvl="1" indent="-457200"/>
            <a:r>
              <a:rPr lang="id-ID" dirty="0"/>
              <a:t>System </a:t>
            </a:r>
            <a:r>
              <a:rPr lang="id-ID" dirty="0">
                <a:solidFill>
                  <a:srgbClr val="008000"/>
                </a:solidFill>
              </a:rPr>
              <a:t>request</a:t>
            </a:r>
            <a:r>
              <a:rPr lang="id-ID" dirty="0"/>
              <a:t>, </a:t>
            </a:r>
            <a:r>
              <a:rPr lang="id-ID" dirty="0">
                <a:solidFill>
                  <a:srgbClr val="008000"/>
                </a:solidFill>
              </a:rPr>
              <a:t>feasibility</a:t>
            </a:r>
            <a:r>
              <a:rPr lang="id-ID" dirty="0"/>
              <a:t> analysis, project size </a:t>
            </a:r>
            <a:r>
              <a:rPr lang="id-ID" dirty="0">
                <a:solidFill>
                  <a:srgbClr val="008000"/>
                </a:solidFill>
              </a:rPr>
              <a:t>estimation</a:t>
            </a:r>
            <a:endParaRPr lang="en-US" dirty="0">
              <a:solidFill>
                <a:srgbClr val="008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Analysis</a:t>
            </a:r>
            <a:r>
              <a:rPr lang="en-US" b="1" dirty="0"/>
              <a:t>: </a:t>
            </a:r>
            <a:r>
              <a:rPr lang="en-US" sz="2400" dirty="0">
                <a:solidFill>
                  <a:srgbClr val="0070C0"/>
                </a:solidFill>
              </a:rPr>
              <a:t>Who, what, when, where </a:t>
            </a:r>
            <a:r>
              <a:rPr lang="en-US" sz="2400" dirty="0"/>
              <a:t>will the system be?</a:t>
            </a:r>
          </a:p>
          <a:p>
            <a:pPr marL="801687" lvl="1" indent="-457200"/>
            <a:r>
              <a:rPr lang="en-US" dirty="0">
                <a:solidFill>
                  <a:srgbClr val="008000"/>
                </a:solidFill>
              </a:rPr>
              <a:t>Requirement</a:t>
            </a:r>
            <a:r>
              <a:rPr lang="en-US" dirty="0"/>
              <a:t> </a:t>
            </a:r>
            <a:r>
              <a:rPr lang="id-ID" dirty="0"/>
              <a:t>g</a:t>
            </a:r>
            <a:r>
              <a:rPr lang="en-US" dirty="0" err="1"/>
              <a:t>athering</a:t>
            </a:r>
            <a:r>
              <a:rPr lang="id-ID" dirty="0"/>
              <a:t>, </a:t>
            </a:r>
            <a:r>
              <a:rPr lang="id-ID" dirty="0">
                <a:solidFill>
                  <a:srgbClr val="008000"/>
                </a:solidFill>
              </a:rPr>
              <a:t>business process </a:t>
            </a:r>
            <a:r>
              <a:rPr lang="id-ID" dirty="0"/>
              <a:t>modeling</a:t>
            </a:r>
            <a:endParaRPr lang="en-US" dirty="0">
              <a:solidFill>
                <a:srgbClr val="008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Design</a:t>
            </a:r>
            <a:r>
              <a:rPr lang="en-US" b="1" dirty="0"/>
              <a:t>: </a:t>
            </a:r>
            <a:r>
              <a:rPr lang="en-US" sz="2400" dirty="0">
                <a:solidFill>
                  <a:srgbClr val="0070C0"/>
                </a:solidFill>
              </a:rPr>
              <a:t>How </a:t>
            </a:r>
            <a:r>
              <a:rPr lang="en-US" sz="2400" dirty="0"/>
              <a:t>will the system work?</a:t>
            </a:r>
          </a:p>
          <a:p>
            <a:pPr marL="801687" lvl="1" indent="-457200"/>
            <a:r>
              <a:rPr lang="id-ID" dirty="0">
                <a:solidFill>
                  <a:srgbClr val="008000"/>
                </a:solidFill>
              </a:rPr>
              <a:t>Program </a:t>
            </a:r>
            <a:r>
              <a:rPr lang="id-ID" dirty="0"/>
              <a:t>d</a:t>
            </a:r>
            <a:r>
              <a:rPr lang="en-US" dirty="0" err="1"/>
              <a:t>esign</a:t>
            </a:r>
            <a:r>
              <a:rPr lang="en-US" dirty="0"/>
              <a:t>, </a:t>
            </a:r>
            <a:r>
              <a:rPr lang="id-ID" dirty="0">
                <a:solidFill>
                  <a:srgbClr val="008000"/>
                </a:solidFill>
              </a:rPr>
              <a:t>user i</a:t>
            </a:r>
            <a:r>
              <a:rPr lang="en-US" dirty="0" err="1">
                <a:solidFill>
                  <a:srgbClr val="008000"/>
                </a:solidFill>
              </a:rPr>
              <a:t>nterface</a:t>
            </a:r>
            <a:r>
              <a:rPr lang="en-US" dirty="0"/>
              <a:t> </a:t>
            </a:r>
            <a:r>
              <a:rPr lang="id-ID" dirty="0"/>
              <a:t>d</a:t>
            </a:r>
            <a:r>
              <a:rPr lang="en-US" dirty="0" err="1"/>
              <a:t>esign</a:t>
            </a:r>
            <a:r>
              <a:rPr lang="en-US" dirty="0"/>
              <a:t>, </a:t>
            </a:r>
            <a:r>
              <a:rPr lang="id-ID" dirty="0">
                <a:solidFill>
                  <a:srgbClr val="008000"/>
                </a:solidFill>
              </a:rPr>
              <a:t>d</a:t>
            </a:r>
            <a:r>
              <a:rPr lang="en-US" dirty="0" err="1">
                <a:solidFill>
                  <a:srgbClr val="008000"/>
                </a:solidFill>
              </a:rPr>
              <a:t>ata</a:t>
            </a:r>
            <a:r>
              <a:rPr lang="en-US" dirty="0"/>
              <a:t> </a:t>
            </a:r>
            <a:r>
              <a:rPr lang="id-ID" dirty="0"/>
              <a:t>d</a:t>
            </a:r>
            <a:r>
              <a:rPr lang="en-US" dirty="0" err="1"/>
              <a:t>esign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Implementation</a:t>
            </a:r>
            <a:r>
              <a:rPr lang="en-US" b="1" dirty="0"/>
              <a:t>: </a:t>
            </a:r>
            <a:r>
              <a:rPr lang="en-US" sz="2400" dirty="0"/>
              <a:t>System </a:t>
            </a:r>
            <a:r>
              <a:rPr lang="id-ID" sz="2400" dirty="0">
                <a:solidFill>
                  <a:srgbClr val="0070C0"/>
                </a:solidFill>
              </a:rPr>
              <a:t>construction</a:t>
            </a:r>
            <a:r>
              <a:rPr lang="id-ID" sz="2400" dirty="0"/>
              <a:t> and </a:t>
            </a:r>
            <a:r>
              <a:rPr lang="en-US" sz="2400" dirty="0">
                <a:solidFill>
                  <a:srgbClr val="0070C0"/>
                </a:solidFill>
              </a:rPr>
              <a:t>delivery</a:t>
            </a:r>
          </a:p>
          <a:p>
            <a:pPr marL="863600" lvl="1" indent="-514350"/>
            <a:r>
              <a:rPr lang="en-US" dirty="0"/>
              <a:t>System </a:t>
            </a:r>
            <a:r>
              <a:rPr lang="id-ID" dirty="0">
                <a:solidFill>
                  <a:srgbClr val="008000"/>
                </a:solidFill>
              </a:rPr>
              <a:t>c</a:t>
            </a:r>
            <a:r>
              <a:rPr lang="en-US" dirty="0" err="1">
                <a:solidFill>
                  <a:srgbClr val="008000"/>
                </a:solidFill>
              </a:rPr>
              <a:t>onstruction</a:t>
            </a:r>
            <a:r>
              <a:rPr lang="en-US" dirty="0"/>
              <a:t>, </a:t>
            </a:r>
            <a:r>
              <a:rPr lang="id-ID" dirty="0">
                <a:solidFill>
                  <a:srgbClr val="008000"/>
                </a:solidFill>
              </a:rPr>
              <a:t>t</a:t>
            </a:r>
            <a:r>
              <a:rPr lang="en-US" dirty="0" err="1">
                <a:solidFill>
                  <a:srgbClr val="008000"/>
                </a:solidFill>
              </a:rPr>
              <a:t>esting</a:t>
            </a:r>
            <a:r>
              <a:rPr lang="en-US" dirty="0"/>
              <a:t>,</a:t>
            </a:r>
            <a:r>
              <a:rPr lang="id-ID" dirty="0"/>
              <a:t> </a:t>
            </a:r>
            <a:r>
              <a:rPr lang="id-ID" dirty="0">
                <a:solidFill>
                  <a:srgbClr val="008000"/>
                </a:solidFill>
              </a:rPr>
              <a:t>documentation</a:t>
            </a:r>
            <a:r>
              <a:rPr lang="id-ID" dirty="0"/>
              <a:t> and</a:t>
            </a:r>
            <a:r>
              <a:rPr lang="en-US" dirty="0"/>
              <a:t> </a:t>
            </a:r>
            <a:r>
              <a:rPr lang="id-ID" dirty="0">
                <a:solidFill>
                  <a:srgbClr val="008000"/>
                </a:solidFill>
              </a:rPr>
              <a:t>i</a:t>
            </a:r>
            <a:r>
              <a:rPr lang="en-US" dirty="0" err="1">
                <a:solidFill>
                  <a:srgbClr val="008000"/>
                </a:solidFill>
              </a:rPr>
              <a:t>nstallation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title"/>
          </p:nvPr>
        </p:nvSpPr>
        <p:spPr>
          <a:xfrm>
            <a:off x="2152650" y="152400"/>
            <a:ext cx="8501495" cy="685801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Planning</a:t>
            </a:r>
            <a:endParaRPr lang="en-US">
              <a:solidFill>
                <a:srgbClr val="660066"/>
              </a:solidFill>
            </a:endParaRPr>
          </a:p>
        </p:txBody>
      </p:sp>
      <p:sp>
        <p:nvSpPr>
          <p:cNvPr id="38915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152650" y="1370756"/>
            <a:ext cx="8229600" cy="5181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Identifying </a:t>
            </a:r>
            <a:r>
              <a:rPr lang="en-US" sz="3200" dirty="0">
                <a:solidFill>
                  <a:srgbClr val="C00000"/>
                </a:solidFill>
              </a:rPr>
              <a:t>business value</a:t>
            </a:r>
            <a:r>
              <a:rPr lang="id-ID" sz="3200" dirty="0">
                <a:solidFill>
                  <a:srgbClr val="C00000"/>
                </a:solidFill>
              </a:rPr>
              <a:t> </a:t>
            </a:r>
            <a:r>
              <a:rPr lang="id-ID" sz="3200" dirty="0"/>
              <a:t>(</a:t>
            </a:r>
            <a:r>
              <a:rPr lang="id-ID" sz="3200" dirty="0">
                <a:solidFill>
                  <a:srgbClr val="0070C0"/>
                </a:solidFill>
              </a:rPr>
              <a:t>System Request</a:t>
            </a:r>
            <a:r>
              <a:rPr lang="id-ID" sz="3200" dirty="0"/>
              <a:t>)</a:t>
            </a:r>
            <a:endParaRPr lang="en-US" sz="3200" dirty="0"/>
          </a:p>
          <a:p>
            <a:pPr lvl="1"/>
            <a:r>
              <a:rPr lang="en-US" dirty="0"/>
              <a:t>Lower costs</a:t>
            </a:r>
          </a:p>
          <a:p>
            <a:pPr lvl="1"/>
            <a:r>
              <a:rPr lang="en-US" dirty="0"/>
              <a:t>Increase profits</a:t>
            </a:r>
          </a:p>
          <a:p>
            <a:pPr marL="863600" lvl="1" indent="-514350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Analyze </a:t>
            </a:r>
            <a:r>
              <a:rPr lang="en-US" sz="3200" dirty="0">
                <a:solidFill>
                  <a:srgbClr val="C00000"/>
                </a:solidFill>
              </a:rPr>
              <a:t>feasibility</a:t>
            </a:r>
          </a:p>
          <a:p>
            <a:pPr lvl="1"/>
            <a:r>
              <a:rPr lang="en-US" dirty="0"/>
              <a:t>Technical Feasibility </a:t>
            </a:r>
          </a:p>
          <a:p>
            <a:pPr lvl="1"/>
            <a:r>
              <a:rPr lang="en-US" dirty="0"/>
              <a:t>Economic Feasibility </a:t>
            </a:r>
          </a:p>
          <a:p>
            <a:pPr lvl="1"/>
            <a:r>
              <a:rPr lang="en-US" dirty="0"/>
              <a:t>Organizational Feasibility</a:t>
            </a:r>
          </a:p>
          <a:p>
            <a:pPr marL="0" indent="0" algn="r">
              <a:buNone/>
            </a:pPr>
            <a:endParaRPr lang="id-ID" sz="3200" dirty="0"/>
          </a:p>
          <a:p>
            <a:pPr marL="0" indent="0" algn="r">
              <a:buNone/>
            </a:pPr>
            <a:r>
              <a:rPr lang="en-US" sz="3200" dirty="0"/>
              <a:t>(</a:t>
            </a:r>
            <a:r>
              <a:rPr lang="id-ID" sz="3600" b="1" dirty="0">
                <a:solidFill>
                  <a:srgbClr val="00B050"/>
                </a:solidFill>
              </a:rPr>
              <a:t>System Proposal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id-ID" dirty="0" err="1"/>
              <a:t>Planning</a:t>
            </a:r>
            <a:r>
              <a:rPr lang="id-ID" dirty="0"/>
              <a:t> (System Proposal)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828800" y="1066800"/>
          <a:ext cx="866775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77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577238"/>
              </p:ext>
            </p:extLst>
          </p:nvPr>
        </p:nvGraphicFramePr>
        <p:xfrm>
          <a:off x="1600200" y="1"/>
          <a:ext cx="8991600" cy="6850998"/>
        </p:xfrm>
        <a:graphic>
          <a:graphicData uri="http://schemas.openxmlformats.org/drawingml/2006/table">
            <a:tbl>
              <a:tblPr/>
              <a:tblGrid>
                <a:gridCol w="164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1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919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System Request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: </a:t>
                      </a:r>
                      <a:r>
                        <a:rPr lang="id-ID" sz="2000" b="1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Sistem Penjualan Musik Online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1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Project Sponsor: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Margaret Mooney, Vice President of Marketing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008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Business Needs: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Project ini dibangun untuk: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Mendapatkan pelanggan baru lewat Internet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endParaRPr lang="id-ID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Meningkatkan efisiensi penanganan masalah pelanggan melalui internet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1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Business Requirements: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0469">
                <a:tc gridSpan="2">
                  <a:txBody>
                    <a:bodyPr/>
                    <a:lstStyle/>
                    <a:p>
                      <a:pPr algn="l" fontAlgn="t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Sistem yang mendukung penjualan musik secara </a:t>
                      </a:r>
                      <a:r>
                        <a:rPr lang="id-ID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online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Fitur-fitur yang harus ada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:</a:t>
                      </a: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Pencarian Produk</a:t>
                      </a: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Pencarian Toko yang Menyediakan Stok Produk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latin typeface="+mn-lt"/>
                      </a:endParaRP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Pemesanan Produk Melalui Toko yang Menyediakan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r>
                        <a:rPr lang="id-ID" sz="1800" b="0" i="0" u="none" strike="noStrike" dirty="0" err="1">
                          <a:solidFill>
                            <a:srgbClr val="C00000"/>
                          </a:solidFill>
                          <a:latin typeface="+mn-lt"/>
                        </a:rPr>
                        <a:t>Fitur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 Pembayaran dengan Berbagai Pilihan Pembayaran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1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Business Value:</a:t>
                      </a: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5573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Intangible Value:</a:t>
                      </a:r>
                    </a:p>
                    <a:p>
                      <a:pPr marL="742950" lvl="1" indent="-2857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Meningkatkan kenyamanan dan </a:t>
                      </a: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kepuasan pelanggan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latin typeface="+mn-lt"/>
                      </a:endParaRPr>
                    </a:p>
                    <a:p>
                      <a:pPr marL="742950" lvl="1" indent="-2857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id-ID" sz="18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Meningkatkan </a:t>
                      </a:r>
                      <a:r>
                        <a:rPr lang="id-ID" sz="1800" b="0" i="0" u="none" strike="noStrike" baseline="0" dirty="0" err="1">
                          <a:solidFill>
                            <a:srgbClr val="0070C0"/>
                          </a:solidFill>
                          <a:latin typeface="+mn-lt"/>
                        </a:rPr>
                        <a:t>brand</a:t>
                      </a:r>
                      <a:r>
                        <a:rPr lang="id-ID" sz="1800" b="0" i="0" u="none" strike="noStrike" baseline="0" dirty="0">
                          <a:solidFill>
                            <a:srgbClr val="0070C0"/>
                          </a:solidFill>
                          <a:latin typeface="+mn-lt"/>
                        </a:rPr>
                        <a:t> </a:t>
                      </a:r>
                      <a:r>
                        <a:rPr lang="id-ID" sz="1800" b="0" i="0" u="none" strike="noStrike" baseline="0" dirty="0" err="1">
                          <a:solidFill>
                            <a:srgbClr val="0070C0"/>
                          </a:solidFill>
                          <a:latin typeface="+mn-lt"/>
                        </a:rPr>
                        <a:t>recognition</a:t>
                      </a:r>
                      <a:r>
                        <a:rPr lang="id-ID" sz="1800" b="0" i="0" u="none" strike="noStrike" baseline="0" dirty="0">
                          <a:solidFill>
                            <a:srgbClr val="0070C0"/>
                          </a:solidFill>
                          <a:latin typeface="+mn-lt"/>
                        </a:rPr>
                        <a:t> </a:t>
                      </a:r>
                      <a:r>
                        <a:rPr lang="id-ID" sz="18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tentang perusahaan di dunia Internet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l" fontAlgn="t"/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Tangible Value: </a:t>
                      </a:r>
                    </a:p>
                    <a:p>
                      <a:pPr marL="457200" lvl="1" indent="0" algn="l" fontAlgn="t">
                        <a:buFont typeface="Wingdings" panose="05000000000000000000" pitchFamily="2" charset="2"/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1. Meningkatkan penjualan dari pelanggan baru lewat Internet:</a:t>
                      </a:r>
                      <a:endParaRPr lang="en-US" sz="1800" b="0" i="0" u="none" strike="noStrike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1257300" lvl="2" indent="-342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Rp 400 juta </a:t>
                      </a:r>
                      <a:r>
                        <a:rPr lang="id-ID" sz="1800" b="0" i="0" u="none" strike="noStrike" dirty="0">
                          <a:solidFill>
                            <a:srgbClr val="00B050"/>
                          </a:solidFill>
                          <a:latin typeface="+mn-lt"/>
                        </a:rPr>
                        <a:t>peningkatan penjualan 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dari pelanggan baru dan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 600 juta dari pelanggan lama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457200" lvl="1" indent="0" algn="l" fontAlgn="t">
                        <a:buFont typeface="Wingdings" panose="05000000000000000000" pitchFamily="2" charset="2"/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2. Mengurangi biaya operasional untuk menangani komplain dari pelanggan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1257300" lvl="2" indent="-342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Rp 100 juta </a:t>
                      </a:r>
                      <a:r>
                        <a:rPr lang="id-ID" sz="1800" b="0" i="0" u="none" strike="noStrike" dirty="0">
                          <a:solidFill>
                            <a:srgbClr val="00B050"/>
                          </a:solidFill>
                          <a:latin typeface="+mn-lt"/>
                        </a:rPr>
                        <a:t>pengurangan</a:t>
                      </a: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tahunan biaya telepon untuk menangani pelanggan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279" marR="4279" marT="42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2286000" y="838200"/>
            <a:ext cx="5943600" cy="30480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2609850" y="1139798"/>
            <a:ext cx="457200" cy="427040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/>
          <p:cNvSpPr/>
          <p:nvPr/>
        </p:nvSpPr>
        <p:spPr>
          <a:xfrm>
            <a:off x="3067050" y="1368512"/>
            <a:ext cx="7296150" cy="4602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6172200" y="1828800"/>
            <a:ext cx="3276600" cy="4419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5867401" y="1828800"/>
            <a:ext cx="2514601" cy="2590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>
            <a:off x="3160538" y="1139798"/>
            <a:ext cx="878062" cy="358460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26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0"/>
          <a:ext cx="8991600" cy="6842406"/>
        </p:xfrm>
        <a:graphic>
          <a:graphicData uri="http://schemas.openxmlformats.org/drawingml/2006/table">
            <a:tbl>
              <a:tblPr firstRow="1">
                <a:tableStyleId>{5DA37D80-6434-44D0-A028-1B22A696006F}</a:tableStyleId>
              </a:tblPr>
              <a:tblGrid>
                <a:gridCol w="89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5923">
                <a:tc>
                  <a:txBody>
                    <a:bodyPr/>
                    <a:lstStyle/>
                    <a:p>
                      <a:pPr algn="ctr"/>
                      <a:r>
                        <a:rPr lang="id-ID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Studi Kelayakan Sistem Penjualan Musik Online</a:t>
                      </a:r>
                      <a:endParaRPr lang="en-US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677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Margaret Mooney </a:t>
                      </a:r>
                      <a:r>
                        <a:rPr lang="id-ID" sz="2000" dirty="0"/>
                        <a:t>dan</a:t>
                      </a:r>
                      <a:r>
                        <a:rPr lang="en-US" sz="2000" dirty="0"/>
                        <a:t> Alec Adams </a:t>
                      </a:r>
                      <a:r>
                        <a:rPr lang="id-ID" sz="2000" dirty="0"/>
                        <a:t>membuat studi</a:t>
                      </a:r>
                      <a:r>
                        <a:rPr lang="id-ID" sz="2000" baseline="0" dirty="0"/>
                        <a:t> kelayakan untuk pengembangan Sistem </a:t>
                      </a:r>
                      <a:r>
                        <a:rPr lang="id-ID" sz="2000" dirty="0"/>
                        <a:t>Penjualan Musik</a:t>
                      </a:r>
                      <a:r>
                        <a:rPr lang="en-US" sz="2000" dirty="0"/>
                        <a:t> </a:t>
                      </a:r>
                      <a:r>
                        <a:rPr lang="id-ID" sz="2000" dirty="0"/>
                        <a:t>Online</a:t>
                      </a:r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1359">
                <a:tc>
                  <a:txBody>
                    <a:bodyPr/>
                    <a:lstStyle/>
                    <a:p>
                      <a:pPr algn="l"/>
                      <a:r>
                        <a:rPr lang="id-ID" sz="2400" b="1" dirty="0"/>
                        <a:t>Kelayakan Teknis</a:t>
                      </a:r>
                      <a:endParaRPr lang="en-US" sz="2400" b="1" dirty="0"/>
                    </a:p>
                    <a:p>
                      <a:pPr algn="l"/>
                      <a:endParaRPr lang="id-ID" sz="1100" dirty="0"/>
                    </a:p>
                    <a:p>
                      <a:pPr algn="l"/>
                      <a:r>
                        <a:rPr lang="en-ID" sz="2000" dirty="0" err="1"/>
                        <a:t>Sistem</a:t>
                      </a:r>
                      <a:r>
                        <a:rPr lang="en-ID" sz="2000" dirty="0"/>
                        <a:t> </a:t>
                      </a:r>
                      <a:r>
                        <a:rPr lang="id-ID" sz="2000" dirty="0"/>
                        <a:t>penjualan</a:t>
                      </a:r>
                      <a:r>
                        <a:rPr lang="id-ID" sz="2000" baseline="0" dirty="0"/>
                        <a:t> musik </a:t>
                      </a:r>
                      <a:r>
                        <a:rPr lang="id-ID" sz="2000" baseline="0" dirty="0" err="1"/>
                        <a:t>online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dirty="0"/>
                        <a:t>layak secara</a:t>
                      </a:r>
                      <a:r>
                        <a:rPr lang="id-ID" sz="2000" baseline="0" dirty="0"/>
                        <a:t> teknis, meskipun memiliki beberapa risiko.</a:t>
                      </a:r>
                      <a:r>
                        <a:rPr lang="en-US" sz="2000" dirty="0"/>
                        <a:t> 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l"/>
                      <a:r>
                        <a:rPr lang="id-ID" sz="2000" dirty="0"/>
                        <a:t>Risiko Berhubungan dengan </a:t>
                      </a:r>
                      <a:r>
                        <a:rPr lang="id-ID" sz="2000" b="1" dirty="0" err="1">
                          <a:solidFill>
                            <a:srgbClr val="C00000"/>
                          </a:solidFill>
                        </a:rPr>
                        <a:t>Kefamilieran</a:t>
                      </a:r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 dengan Aplikasi</a:t>
                      </a:r>
                      <a:r>
                        <a:rPr lang="id-ID" sz="2000" baseline="0" dirty="0"/>
                        <a:t>: </a:t>
                      </a:r>
                      <a:r>
                        <a:rPr lang="id-ID" sz="2000" baseline="0" dirty="0" err="1"/>
                        <a:t>Resiko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baseline="0" dirty="0">
                          <a:solidFill>
                            <a:srgbClr val="0070C0"/>
                          </a:solidFill>
                        </a:rPr>
                        <a:t>Tinggi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  <a:p>
                      <a:pPr marL="800100" lvl="1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id-ID" sz="1800" dirty="0"/>
                        <a:t>Divisi </a:t>
                      </a:r>
                      <a:r>
                        <a:rPr lang="id-ID" sz="1800" dirty="0" err="1"/>
                        <a:t>Marketing</a:t>
                      </a:r>
                      <a:r>
                        <a:rPr lang="id-ID" sz="1800" dirty="0"/>
                        <a:t>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tidak</a:t>
                      </a:r>
                      <a:r>
                        <a:rPr lang="id-ID" sz="1800" baseline="0" dirty="0">
                          <a:solidFill>
                            <a:srgbClr val="00B050"/>
                          </a:solidFill>
                        </a:rPr>
                        <a:t> memiliki pengalaman </a:t>
                      </a:r>
                      <a:r>
                        <a:rPr lang="id-ID" sz="1800" baseline="0" dirty="0"/>
                        <a:t>menggunakan sistem penjualan </a:t>
                      </a:r>
                      <a:r>
                        <a:rPr lang="id-ID" sz="1800" baseline="0" dirty="0" err="1"/>
                        <a:t>online</a:t>
                      </a:r>
                      <a:endParaRPr lang="en-US" sz="1800" dirty="0"/>
                    </a:p>
                    <a:p>
                      <a:pPr marL="800100" lvl="1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id-ID" sz="1800" dirty="0"/>
                        <a:t>Divisi IT memiliki pemahaman yang baik tentang sistem penjualan </a:t>
                      </a:r>
                      <a:r>
                        <a:rPr lang="id-ID" sz="1800" dirty="0" err="1"/>
                        <a:t>offline</a:t>
                      </a:r>
                      <a:r>
                        <a:rPr lang="id-ID" sz="1800" baseline="0" dirty="0"/>
                        <a:t>, akan tetapi </a:t>
                      </a:r>
                      <a:r>
                        <a:rPr lang="id-ID" sz="1800" baseline="0" dirty="0">
                          <a:solidFill>
                            <a:srgbClr val="00B050"/>
                          </a:solidFill>
                        </a:rPr>
                        <a:t>tidak berpengalaman </a:t>
                      </a:r>
                      <a:r>
                        <a:rPr lang="id-ID" sz="1800" baseline="0" dirty="0"/>
                        <a:t>mengembangkan sistem penjualan musik </a:t>
                      </a:r>
                      <a:r>
                        <a:rPr lang="id-ID" sz="1800" baseline="0" dirty="0" err="1"/>
                        <a:t>online</a:t>
                      </a:r>
                      <a:endParaRPr lang="id-ID" sz="1800" baseline="0" dirty="0"/>
                    </a:p>
                    <a:p>
                      <a:pPr marL="800100" lvl="1" indent="-342900" algn="l">
                        <a:buFont typeface="Arial" panose="020B0604020202020204" pitchFamily="34" charset="0"/>
                        <a:buChar char="•"/>
                      </a:pPr>
                      <a:endParaRPr lang="en-US" sz="1050" dirty="0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r>
                        <a:rPr lang="en-US" sz="2000" dirty="0" err="1"/>
                        <a:t>Risiko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Berhubungan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C00000"/>
                          </a:solidFill>
                        </a:rPr>
                        <a:t>Kefamili</a:t>
                      </a:r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ran </a:t>
                      </a:r>
                      <a:r>
                        <a:rPr lang="en-US" sz="2000" b="1" dirty="0" err="1">
                          <a:solidFill>
                            <a:srgbClr val="C00000"/>
                          </a:solidFill>
                        </a:rPr>
                        <a:t>dengan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Teknologi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 err="1"/>
                        <a:t>Resiko</a:t>
                      </a:r>
                      <a:r>
                        <a:rPr lang="en-US" sz="2000" dirty="0"/>
                        <a:t> </a:t>
                      </a:r>
                      <a:r>
                        <a:rPr lang="id-ID" sz="2000" dirty="0">
                          <a:solidFill>
                            <a:srgbClr val="0070C0"/>
                          </a:solidFill>
                        </a:rPr>
                        <a:t>Sedang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 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Divisi IT tidak menguasai </a:t>
                      </a:r>
                      <a:r>
                        <a:rPr lang="id-ID" sz="1800" baseline="0" dirty="0"/>
                        <a:t>masalah infrastruktur dan ISP, tetapi </a:t>
                      </a:r>
                      <a:r>
                        <a:rPr lang="id-ID" sz="1800" dirty="0"/>
                        <a:t>akan menyewa konsultan</a:t>
                      </a:r>
                      <a:r>
                        <a:rPr lang="id-ID" sz="1800" baseline="0" dirty="0"/>
                        <a:t>  </a:t>
                      </a:r>
                      <a:endParaRPr lang="en-US" sz="1800" dirty="0"/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Divisi IT cukup familier dengan </a:t>
                      </a:r>
                      <a:r>
                        <a:rPr lang="id-ID" sz="1800" dirty="0" err="1"/>
                        <a:t>framework</a:t>
                      </a:r>
                      <a:r>
                        <a:rPr lang="id-ID" sz="1800" dirty="0"/>
                        <a:t> dan IDE yang akan digunakan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Divisi </a:t>
                      </a:r>
                      <a:r>
                        <a:rPr lang="id-ID" sz="1800" dirty="0" err="1"/>
                        <a:t>Marketing</a:t>
                      </a:r>
                      <a:r>
                        <a:rPr lang="id-ID" sz="1800" baseline="0" dirty="0"/>
                        <a:t> tidak memiliki pengalaman menggunakan teknologi Web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endParaRPr lang="id-ID" sz="1100" dirty="0"/>
                    </a:p>
                    <a:p>
                      <a:pPr algn="l"/>
                      <a:r>
                        <a:rPr lang="id-ID" sz="2000" dirty="0"/>
                        <a:t>Risiko berhubungan dengan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b="1" baseline="0" dirty="0">
                          <a:solidFill>
                            <a:srgbClr val="C00000"/>
                          </a:solidFill>
                        </a:rPr>
                        <a:t>Ukuran Project</a:t>
                      </a:r>
                      <a:r>
                        <a:rPr lang="id-ID" sz="2000" baseline="0" dirty="0"/>
                        <a:t>: Risiko </a:t>
                      </a:r>
                      <a:r>
                        <a:rPr lang="id-ID" sz="2000" baseline="0" dirty="0">
                          <a:solidFill>
                            <a:srgbClr val="0070C0"/>
                          </a:solidFill>
                        </a:rPr>
                        <a:t>Rendah</a:t>
                      </a:r>
                      <a:endParaRPr lang="id-ID" sz="2000" dirty="0">
                        <a:solidFill>
                          <a:srgbClr val="0070C0"/>
                        </a:solidFill>
                      </a:endParaRP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Perusahaan memiliki total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30 orang pengembang 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Project dikerjakan oleh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5 orang pengembang </a:t>
                      </a:r>
                      <a:r>
                        <a:rPr lang="id-ID" sz="1800" dirty="0"/>
                        <a:t>dengan</a:t>
                      </a:r>
                      <a:r>
                        <a:rPr lang="id-ID" sz="1800" baseline="0" dirty="0"/>
                        <a:t> estimasi waktu </a:t>
                      </a:r>
                      <a:r>
                        <a:rPr lang="id-ID" sz="1800" baseline="0" dirty="0">
                          <a:solidFill>
                            <a:srgbClr val="00B050"/>
                          </a:solidFill>
                        </a:rPr>
                        <a:t>6 bulan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endParaRPr lang="en-US" sz="1100" b="0" dirty="0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r>
                        <a:rPr lang="id-ID" sz="2000" b="1" dirty="0">
                          <a:solidFill>
                            <a:srgbClr val="C00000"/>
                          </a:solidFill>
                        </a:rPr>
                        <a:t>Kompatibilitas</a:t>
                      </a:r>
                      <a:r>
                        <a:rPr lang="id-ID" sz="2000" baseline="0" dirty="0"/>
                        <a:t> dengan sistem dan infrastruktur yang ada: Risiko </a:t>
                      </a:r>
                      <a:r>
                        <a:rPr lang="id-ID" sz="2000" baseline="0" dirty="0">
                          <a:solidFill>
                            <a:srgbClr val="0070C0"/>
                          </a:solidFill>
                        </a:rPr>
                        <a:t>Rendah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1800" dirty="0"/>
                        <a:t>Sistem pemesanan yang ada sekarang menggunakan </a:t>
                      </a:r>
                      <a:r>
                        <a:rPr lang="id-ID" sz="1800" i="1" dirty="0"/>
                        <a:t>open </a:t>
                      </a:r>
                      <a:r>
                        <a:rPr lang="id-ID" sz="1800" i="1" dirty="0" err="1"/>
                        <a:t>standard</a:t>
                      </a:r>
                      <a:r>
                        <a:rPr lang="id-ID" sz="1800" dirty="0"/>
                        <a:t>, jadi sangat </a:t>
                      </a:r>
                      <a:r>
                        <a:rPr lang="id-ID" sz="1800" dirty="0">
                          <a:solidFill>
                            <a:srgbClr val="00B050"/>
                          </a:solidFill>
                        </a:rPr>
                        <a:t>kompatibel</a:t>
                      </a:r>
                      <a:r>
                        <a:rPr lang="id-ID" sz="1800" baseline="0" dirty="0"/>
                        <a:t> dengan sistem penjualan berbasis web yang akan dibangun</a:t>
                      </a:r>
                      <a:endParaRPr lang="en-US" sz="1800" dirty="0"/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81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884083"/>
              </p:ext>
            </p:extLst>
          </p:nvPr>
        </p:nvGraphicFramePr>
        <p:xfrm>
          <a:off x="1600200" y="76201"/>
          <a:ext cx="8991600" cy="5981657"/>
        </p:xfrm>
        <a:graphic>
          <a:graphicData uri="http://schemas.openxmlformats.org/drawingml/2006/table">
            <a:tbl>
              <a:tblPr firstRow="1">
                <a:tableStyleId>{5DA37D80-6434-44D0-A028-1B22A696006F}</a:tableStyleId>
              </a:tblPr>
              <a:tblGrid>
                <a:gridCol w="89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439">
                <a:tc>
                  <a:txBody>
                    <a:bodyPr/>
                    <a:lstStyle/>
                    <a:p>
                      <a:pPr algn="l"/>
                      <a:r>
                        <a:rPr lang="id-ID" sz="2400" b="1" i="0" dirty="0">
                          <a:latin typeface="+mn-lt"/>
                          <a:cs typeface="+mn-cs"/>
                        </a:rPr>
                        <a:t>Kelayakan</a:t>
                      </a:r>
                      <a:r>
                        <a:rPr lang="id-ID" sz="2400" b="1" i="0" baseline="0" dirty="0">
                          <a:latin typeface="+mn-lt"/>
                          <a:cs typeface="+mn-cs"/>
                        </a:rPr>
                        <a:t> Ekonomi</a:t>
                      </a:r>
                      <a:endParaRPr lang="en-US" sz="2400" b="1" i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451">
                <a:tc>
                  <a:txBody>
                    <a:bodyPr/>
                    <a:lstStyle/>
                    <a:p>
                      <a:pPr algn="l"/>
                      <a:r>
                        <a:rPr lang="id-ID" sz="2000" dirty="0" err="1"/>
                        <a:t>Cost</a:t>
                      </a:r>
                      <a:r>
                        <a:rPr lang="id-ID" sz="2000" dirty="0"/>
                        <a:t> </a:t>
                      </a:r>
                      <a:r>
                        <a:rPr lang="id-ID" sz="2000" dirty="0" err="1"/>
                        <a:t>benefit</a:t>
                      </a:r>
                      <a:r>
                        <a:rPr lang="id-ID" sz="2000" dirty="0"/>
                        <a:t> </a:t>
                      </a:r>
                      <a:r>
                        <a:rPr lang="id-ID" sz="2000" dirty="0" err="1"/>
                        <a:t>analysis</a:t>
                      </a:r>
                      <a:r>
                        <a:rPr lang="id-ID" sz="2000" dirty="0"/>
                        <a:t> telah</a:t>
                      </a:r>
                      <a:r>
                        <a:rPr lang="id-ID" sz="2000" baseline="0" dirty="0"/>
                        <a:t> dilakukan. Sistem </a:t>
                      </a:r>
                      <a:r>
                        <a:rPr lang="id-ID" sz="2000" dirty="0"/>
                        <a:t>Penjualan</a:t>
                      </a:r>
                      <a:r>
                        <a:rPr lang="id-ID" sz="2000" baseline="0" dirty="0"/>
                        <a:t> musik </a:t>
                      </a:r>
                      <a:r>
                        <a:rPr lang="id-ID" sz="2000" baseline="0" dirty="0" err="1"/>
                        <a:t>online</a:t>
                      </a:r>
                      <a:r>
                        <a:rPr lang="id-ID" sz="2000" baseline="0" dirty="0"/>
                        <a:t> memiliki peluang yang baik untuk bisa </a:t>
                      </a:r>
                      <a:r>
                        <a:rPr lang="id-ID" sz="2000" baseline="0" dirty="0">
                          <a:solidFill>
                            <a:srgbClr val="C00000"/>
                          </a:solidFill>
                        </a:rPr>
                        <a:t>meningkatkan pendapatan perusahaan</a:t>
                      </a:r>
                      <a:r>
                        <a:rPr lang="id-ID" sz="2000" baseline="0" dirty="0"/>
                        <a:t>.</a:t>
                      </a:r>
                      <a:endParaRPr lang="en-US" sz="2000" dirty="0"/>
                    </a:p>
                    <a:p>
                      <a:pPr marL="742950" lvl="1" indent="-285750" algn="l">
                        <a:buFont typeface="Arial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rgbClr val="C00000"/>
                          </a:solidFill>
                        </a:rPr>
                        <a:t>Return</a:t>
                      </a:r>
                      <a:r>
                        <a:rPr lang="en-US" sz="2000" b="0" baseline="0" dirty="0">
                          <a:solidFill>
                            <a:srgbClr val="C00000"/>
                          </a:solidFill>
                        </a:rPr>
                        <a:t> on Investment (R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</a:rPr>
                        <a:t>OI) </a:t>
                      </a:r>
                      <a:r>
                        <a:rPr lang="id-ID" sz="2000" b="0" dirty="0">
                          <a:solidFill>
                            <a:srgbClr val="C00000"/>
                          </a:solidFill>
                        </a:rPr>
                        <a:t>setelah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</a:rPr>
                        <a:t> 3 </a:t>
                      </a:r>
                      <a:r>
                        <a:rPr lang="id-ID" sz="2000" b="0" dirty="0">
                          <a:solidFill>
                            <a:srgbClr val="C00000"/>
                          </a:solidFill>
                        </a:rPr>
                        <a:t>tahun</a:t>
                      </a:r>
                      <a:r>
                        <a:rPr lang="en-US" sz="2000" dirty="0"/>
                        <a:t>: </a:t>
                      </a:r>
                      <a:r>
                        <a:rPr lang="id-ID" sz="2000" b="1" dirty="0">
                          <a:solidFill>
                            <a:srgbClr val="0070C0"/>
                          </a:solidFill>
                        </a:rPr>
                        <a:t>31%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  <a:p>
                      <a:pPr marL="742950" lvl="1" indent="-285750" algn="l">
                        <a:buFont typeface="Arial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rgbClr val="C00000"/>
                          </a:solidFill>
                        </a:rPr>
                        <a:t>Break-even point (BEP)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id-ID" sz="2000" b="1" dirty="0">
                          <a:solidFill>
                            <a:srgbClr val="0070C0"/>
                          </a:solidFill>
                        </a:rPr>
                        <a:t>2.25</a:t>
                      </a:r>
                      <a:r>
                        <a:rPr lang="id-ID" sz="2000" b="1" baseline="0" dirty="0">
                          <a:solidFill>
                            <a:srgbClr val="0070C0"/>
                          </a:solidFill>
                        </a:rPr>
                        <a:t> tahun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id-ID" sz="2000" dirty="0"/>
                        <a:t>Total keuntungan</a:t>
                      </a:r>
                      <a:r>
                        <a:rPr lang="id-ID" sz="2000" baseline="0" dirty="0"/>
                        <a:t> setelah 3 tahun: </a:t>
                      </a:r>
                      <a:r>
                        <a:rPr lang="id-ID" sz="2000" b="1" baseline="0" dirty="0">
                          <a:solidFill>
                            <a:srgbClr val="0070C0"/>
                          </a:solidFill>
                        </a:rPr>
                        <a:t>Rp. 503.559.986,-</a:t>
                      </a:r>
                      <a:endParaRPr lang="id-ID" sz="2000" b="1" dirty="0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endParaRPr lang="en-US" sz="2000" dirty="0"/>
                    </a:p>
                    <a:p>
                      <a:pPr algn="l"/>
                      <a:r>
                        <a:rPr lang="id-ID" sz="2000" dirty="0"/>
                        <a:t>Keuntungan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Intangible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2000" dirty="0"/>
                        <a:t>Meningkatkan </a:t>
                      </a:r>
                      <a:r>
                        <a:rPr lang="id-ID" sz="2000" dirty="0" err="1">
                          <a:solidFill>
                            <a:srgbClr val="0070C0"/>
                          </a:solidFill>
                        </a:rPr>
                        <a:t>kepuasaan</a:t>
                      </a:r>
                      <a:r>
                        <a:rPr lang="id-ID" sz="2000" dirty="0">
                          <a:solidFill>
                            <a:srgbClr val="0070C0"/>
                          </a:solidFill>
                        </a:rPr>
                        <a:t> pelanggan</a:t>
                      </a:r>
                    </a:p>
                    <a:p>
                      <a:pPr marL="800100" lvl="1" indent="-342900" algn="l">
                        <a:buFont typeface="Arial" pitchFamily="34" charset="0"/>
                        <a:buChar char="•"/>
                      </a:pPr>
                      <a:r>
                        <a:rPr lang="id-ID" sz="2000" dirty="0"/>
                        <a:t>Meningkatkan </a:t>
                      </a:r>
                      <a:r>
                        <a:rPr lang="id-ID" sz="2000" dirty="0" err="1">
                          <a:solidFill>
                            <a:srgbClr val="0070C0"/>
                          </a:solidFill>
                        </a:rPr>
                        <a:t>branding</a:t>
                      </a:r>
                      <a:r>
                        <a:rPr lang="id-ID" sz="2000" baseline="0" dirty="0">
                          <a:solidFill>
                            <a:srgbClr val="0070C0"/>
                          </a:solidFill>
                        </a:rPr>
                        <a:t> perusahaan</a:t>
                      </a:r>
                    </a:p>
                    <a:p>
                      <a:pPr marL="457200" lvl="1" indent="0" algn="l">
                        <a:buFont typeface="Arial" pitchFamily="34" charset="0"/>
                        <a:buNone/>
                      </a:pPr>
                      <a:endParaRPr lang="id-ID" sz="2000" baseline="0" dirty="0"/>
                    </a:p>
                    <a:p>
                      <a:pPr marL="457200" lvl="1" indent="0" algn="l">
                        <a:buFont typeface="Arial" pitchFamily="34" charset="0"/>
                        <a:buNone/>
                      </a:pP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81">
                <a:tc>
                  <a:txBody>
                    <a:bodyPr/>
                    <a:lstStyle/>
                    <a:p>
                      <a:pPr algn="l"/>
                      <a:r>
                        <a:rPr lang="id-ID" sz="2400" b="1" dirty="0"/>
                        <a:t>Kelayakan Organisasi</a:t>
                      </a:r>
                      <a:endParaRPr lang="en-US" sz="24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7029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d-ID" sz="2000" dirty="0"/>
                        <a:t>Secara organisasi, </a:t>
                      </a:r>
                      <a:r>
                        <a:rPr lang="id-ID" sz="2000" dirty="0" err="1">
                          <a:solidFill>
                            <a:srgbClr val="C00000"/>
                          </a:solidFill>
                        </a:rPr>
                        <a:t>resikonya</a:t>
                      </a:r>
                      <a:r>
                        <a:rPr lang="id-ID" sz="2000" dirty="0">
                          <a:solidFill>
                            <a:srgbClr val="C00000"/>
                          </a:solidFill>
                        </a:rPr>
                        <a:t> rendah</a:t>
                      </a:r>
                      <a:r>
                        <a:rPr lang="id-ID" sz="2000" dirty="0"/>
                        <a:t>. Tujuan dari pengembangan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dirty="0"/>
                        <a:t>sistem penjualan</a:t>
                      </a:r>
                      <a:r>
                        <a:rPr lang="id-ID" sz="2000" baseline="0" dirty="0"/>
                        <a:t> musik </a:t>
                      </a:r>
                      <a:r>
                        <a:rPr lang="id-ID" sz="2000" baseline="0" dirty="0" err="1"/>
                        <a:t>online</a:t>
                      </a:r>
                      <a:r>
                        <a:rPr lang="id-ID" sz="2000" baseline="0" dirty="0"/>
                        <a:t> </a:t>
                      </a:r>
                      <a:r>
                        <a:rPr lang="id-ID" sz="2000" dirty="0"/>
                        <a:t>adalah meningkatkan penjualan perusahaan.</a:t>
                      </a:r>
                      <a:r>
                        <a:rPr lang="id-ID" sz="2000" baseline="0" dirty="0"/>
                        <a:t> D</a:t>
                      </a:r>
                      <a:r>
                        <a:rPr lang="id-ID" sz="2000" dirty="0"/>
                        <a:t>an ini selaras dengan KPI </a:t>
                      </a:r>
                      <a:r>
                        <a:rPr lang="id-ID" sz="2000" dirty="0" err="1"/>
                        <a:t>marketing</a:t>
                      </a:r>
                      <a:r>
                        <a:rPr lang="id-ID" sz="2000" dirty="0"/>
                        <a:t> yang ke arah peningkatan kuantitas</a:t>
                      </a:r>
                      <a:r>
                        <a:rPr lang="id-ID" sz="2000" baseline="0" dirty="0"/>
                        <a:t> penjualan</a:t>
                      </a:r>
                      <a:endParaRPr lang="en-US" sz="20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d-ID" sz="2000" dirty="0"/>
                        <a:t>Project </a:t>
                      </a:r>
                      <a:r>
                        <a:rPr lang="id-ID" sz="2000" dirty="0" err="1"/>
                        <a:t>champion</a:t>
                      </a:r>
                      <a:r>
                        <a:rPr lang="id-ID" sz="2000" dirty="0"/>
                        <a:t> dari pengembangan</a:t>
                      </a:r>
                      <a:r>
                        <a:rPr lang="id-ID" sz="2000" baseline="0" dirty="0"/>
                        <a:t> sistem p</a:t>
                      </a:r>
                      <a:r>
                        <a:rPr lang="id-ID" sz="2000" dirty="0"/>
                        <a:t>enjualan</a:t>
                      </a:r>
                      <a:r>
                        <a:rPr lang="id-ID" sz="2000" baseline="0" dirty="0"/>
                        <a:t> musik </a:t>
                      </a:r>
                      <a:r>
                        <a:rPr lang="id-ID" sz="2000" baseline="0" dirty="0" err="1"/>
                        <a:t>online</a:t>
                      </a:r>
                      <a:r>
                        <a:rPr lang="id-ID" sz="2000" baseline="0" dirty="0"/>
                        <a:t> ini adalah </a:t>
                      </a:r>
                      <a:r>
                        <a:rPr lang="en-US" sz="2000" dirty="0"/>
                        <a:t>Margaret Mooney, Vice President of Marketing</a:t>
                      </a:r>
                      <a:endParaRPr lang="id-ID" sz="20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2000" dirty="0"/>
                    </a:p>
                  </a:txBody>
                  <a:tcPr marL="14886" marR="14886" marT="7443" marB="744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5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ontent Placeholder 23"/>
          <p:cNvGraphicFramePr>
            <a:graphicFrameLocks noGrp="1"/>
          </p:cNvGraphicFramePr>
          <p:nvPr>
            <p:ph idx="1"/>
          </p:nvPr>
        </p:nvGraphicFramePr>
        <p:xfrm>
          <a:off x="1524000" y="2"/>
          <a:ext cx="9143998" cy="6857991"/>
        </p:xfrm>
        <a:graphic>
          <a:graphicData uri="http://schemas.openxmlformats.org/drawingml/2006/table">
            <a:tbl>
              <a:tblPr firstRow="1"/>
              <a:tblGrid>
                <a:gridCol w="4395859">
                  <a:extLst>
                    <a:ext uri="{9D8B030D-6E8A-4147-A177-3AD203B41FA5}">
                      <a16:colId xmlns:a16="http://schemas.microsoft.com/office/drawing/2014/main" val="2766120151"/>
                    </a:ext>
                  </a:extLst>
                </a:gridCol>
                <a:gridCol w="1516341">
                  <a:extLst>
                    <a:ext uri="{9D8B030D-6E8A-4147-A177-3AD203B41FA5}">
                      <a16:colId xmlns:a16="http://schemas.microsoft.com/office/drawing/2014/main" val="3684099855"/>
                    </a:ext>
                  </a:extLst>
                </a:gridCol>
                <a:gridCol w="1638874">
                  <a:extLst>
                    <a:ext uri="{9D8B030D-6E8A-4147-A177-3AD203B41FA5}">
                      <a16:colId xmlns:a16="http://schemas.microsoft.com/office/drawing/2014/main" val="3520705213"/>
                    </a:ext>
                  </a:extLst>
                </a:gridCol>
                <a:gridCol w="1592924">
                  <a:extLst>
                    <a:ext uri="{9D8B030D-6E8A-4147-A177-3AD203B41FA5}">
                      <a16:colId xmlns:a16="http://schemas.microsoft.com/office/drawing/2014/main" val="1056853858"/>
                    </a:ext>
                  </a:extLst>
                </a:gridCol>
              </a:tblGrid>
              <a:tr h="2638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 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201</a:t>
                      </a:r>
                      <a:r>
                        <a:rPr lang="id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</a:t>
                      </a:r>
                      <a:r>
                        <a:rPr lang="id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</a:t>
                      </a:r>
                      <a:r>
                        <a:rPr lang="id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21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06936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sv-SE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Peningkatan penjualan dari pelanggan baru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038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Peningkatan penjualan dari pelanggan lama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48974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Pengurangan biaya operasional dan telepon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3300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1,300,000,000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69574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978,996,084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1,091,505,068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26308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All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978,996,084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2,070,501,152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706131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Honor Tim (Analysis, Design and Implementation)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5687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Honor Konsultan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90,000,000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453292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Development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450,000,000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95787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Honor Pengelola Web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80,000,000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553600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Biaya Lisensi Software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301489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Hardware upgrades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615638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Biaya Komunikasi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77085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Biaya Marketing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200,000,000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300,000,000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259698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Operational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330,000,000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590,000,000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98043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780,000,000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460,000,000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590,000,000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825397"/>
                  </a:ext>
                </a:extLst>
              </a:tr>
              <a:tr h="4682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409,398,362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495,375,377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977670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PV of all Costs: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1,145,247,419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1,640,622,796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229878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Total Project Costs Less Benefits: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-780,000,000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640,000,000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710,000,000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559616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Yearly NPV: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569,597,722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669,811,321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179837"/>
                  </a:ext>
                </a:extLst>
              </a:tr>
              <a:tr h="2638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Cumulative NPV: 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-735,849,057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-166,251,335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503,559,986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91436"/>
                  </a:ext>
                </a:extLst>
              </a:tr>
              <a:tr h="44486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Return on Investment (ROI) di </a:t>
                      </a:r>
                      <a:r>
                        <a:rPr lang="en-ID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Tahun</a:t>
                      </a:r>
                      <a:r>
                        <a:rPr lang="en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 3: </a:t>
                      </a:r>
                      <a:r>
                        <a:rPr lang="en-ID" sz="1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30.70%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-100.00%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-0.145166304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0.306932213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36042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Break-even Point (BEP): </a:t>
                      </a:r>
                      <a:r>
                        <a:rPr lang="en-ID" sz="1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2.25 </a:t>
                      </a:r>
                      <a:r>
                        <a:rPr lang="en-ID" sz="15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tahun</a:t>
                      </a:r>
                      <a:endParaRPr lang="en-ID" sz="1500" b="1" i="0" u="none" strike="noStrike" dirty="0">
                        <a:solidFill>
                          <a:srgbClr val="FF0000"/>
                        </a:solidFill>
                        <a:effectLst/>
                        <a:latin typeface="Arial Narror"/>
                      </a:endParaRP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 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 Narror"/>
                        </a:rPr>
                        <a:t> 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r"/>
                        </a:rPr>
                        <a:t>2.248206218</a:t>
                      </a:r>
                    </a:p>
                  </a:txBody>
                  <a:tcPr marL="5316" marR="5316" marT="5316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4999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61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title"/>
          </p:nvPr>
        </p:nvSpPr>
        <p:spPr>
          <a:xfrm>
            <a:off x="2152650" y="152400"/>
            <a:ext cx="8501495" cy="685801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Analysis</a:t>
            </a:r>
            <a:endParaRPr lang="en-US" dirty="0">
              <a:solidFill>
                <a:srgbClr val="660066"/>
              </a:solidFill>
            </a:endParaRPr>
          </a:p>
        </p:txBody>
      </p:sp>
      <p:sp>
        <p:nvSpPr>
          <p:cNvPr id="40963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152649" y="1180227"/>
            <a:ext cx="81534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</a:rPr>
              <a:t>Requirement </a:t>
            </a:r>
            <a:r>
              <a:rPr lang="id-ID" sz="3200" dirty="0">
                <a:solidFill>
                  <a:srgbClr val="C00000"/>
                </a:solidFill>
              </a:rPr>
              <a:t>g</a:t>
            </a:r>
            <a:r>
              <a:rPr lang="en-US" sz="3200" dirty="0" err="1">
                <a:solidFill>
                  <a:srgbClr val="C00000"/>
                </a:solidFill>
              </a:rPr>
              <a:t>athering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by answering the questions: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Who </a:t>
            </a:r>
            <a:r>
              <a:rPr lang="en-US" dirty="0"/>
              <a:t>will use the system?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What </a:t>
            </a:r>
            <a:r>
              <a:rPr lang="en-US" dirty="0"/>
              <a:t>will the system do?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When </a:t>
            </a:r>
            <a:r>
              <a:rPr lang="en-US" dirty="0"/>
              <a:t>will it be used?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Investigate the </a:t>
            </a:r>
            <a:r>
              <a:rPr lang="en-US" sz="3200" dirty="0">
                <a:solidFill>
                  <a:srgbClr val="C00000"/>
                </a:solidFill>
              </a:rPr>
              <a:t>current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Identify possible </a:t>
            </a:r>
            <a:r>
              <a:rPr lang="en-US" sz="3200" dirty="0">
                <a:solidFill>
                  <a:srgbClr val="C00000"/>
                </a:solidFill>
              </a:rPr>
              <a:t>improvements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Develop a </a:t>
            </a:r>
            <a:r>
              <a:rPr lang="en-US" sz="3200" dirty="0">
                <a:solidFill>
                  <a:srgbClr val="C00000"/>
                </a:solidFill>
              </a:rPr>
              <a:t>concept for new system</a:t>
            </a:r>
            <a:br>
              <a:rPr lang="id-ID" sz="3200" dirty="0">
                <a:solidFill>
                  <a:srgbClr val="C00000"/>
                </a:solidFill>
              </a:rPr>
            </a:br>
            <a:endParaRPr lang="id-ID" sz="3200" dirty="0">
              <a:solidFill>
                <a:srgbClr val="C00000"/>
              </a:solidFill>
            </a:endParaRPr>
          </a:p>
          <a:p>
            <a:pPr marL="0" indent="0" algn="r">
              <a:buNone/>
            </a:pPr>
            <a:r>
              <a:rPr lang="id-ID" sz="3200" dirty="0"/>
              <a:t>(</a:t>
            </a:r>
            <a:r>
              <a:rPr lang="en-US" sz="3200" b="1" dirty="0">
                <a:solidFill>
                  <a:srgbClr val="00B050"/>
                </a:solidFill>
              </a:rPr>
              <a:t>System </a:t>
            </a:r>
            <a:r>
              <a:rPr lang="id-ID" sz="3200" b="1" dirty="0" err="1">
                <a:solidFill>
                  <a:srgbClr val="00B050"/>
                </a:solidFill>
              </a:rPr>
              <a:t>Specification</a:t>
            </a:r>
            <a:r>
              <a:rPr lang="id-ID" sz="3200" dirty="0"/>
              <a:t>)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Design</a:t>
            </a:r>
          </a:p>
        </p:txBody>
      </p:sp>
      <p:sp>
        <p:nvSpPr>
          <p:cNvPr id="45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152650" y="1352549"/>
            <a:ext cx="8382000" cy="49720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rgbClr val="C00000"/>
                </a:solidFill>
              </a:rPr>
              <a:t>Program </a:t>
            </a:r>
            <a:r>
              <a:rPr lang="id-ID" sz="2600" b="1" dirty="0">
                <a:solidFill>
                  <a:srgbClr val="C00000"/>
                </a:solidFill>
              </a:rPr>
              <a:t>D</a:t>
            </a:r>
            <a:r>
              <a:rPr lang="en-US" sz="2600" b="1" dirty="0" err="1">
                <a:solidFill>
                  <a:srgbClr val="C00000"/>
                </a:solidFill>
              </a:rPr>
              <a:t>esign</a:t>
            </a:r>
            <a:endParaRPr lang="id-ID" sz="2600" b="1" dirty="0"/>
          </a:p>
          <a:p>
            <a:pPr lvl="1"/>
            <a:r>
              <a:rPr lang="en-US" dirty="0"/>
              <a:t>What programs need to be written</a:t>
            </a:r>
            <a:endParaRPr lang="id-ID" dirty="0"/>
          </a:p>
          <a:p>
            <a:pPr lvl="1"/>
            <a:r>
              <a:rPr lang="en-US" dirty="0"/>
              <a:t>Exactly what each program will do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2600" b="1" dirty="0">
                <a:solidFill>
                  <a:srgbClr val="C00000"/>
                </a:solidFill>
              </a:rPr>
              <a:t>User </a:t>
            </a:r>
            <a:r>
              <a:rPr lang="en-US" sz="2600" b="1" dirty="0">
                <a:solidFill>
                  <a:srgbClr val="C00000"/>
                </a:solidFill>
              </a:rPr>
              <a:t>Interface </a:t>
            </a:r>
            <a:r>
              <a:rPr lang="id-ID" sz="2600" b="1" dirty="0">
                <a:solidFill>
                  <a:srgbClr val="C00000"/>
                </a:solidFill>
              </a:rPr>
              <a:t>D</a:t>
            </a:r>
            <a:r>
              <a:rPr lang="en-US" sz="2600" b="1" dirty="0" err="1">
                <a:solidFill>
                  <a:srgbClr val="C00000"/>
                </a:solidFill>
              </a:rPr>
              <a:t>esign</a:t>
            </a:r>
            <a:endParaRPr lang="en-US" sz="2600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How users interact with system</a:t>
            </a:r>
          </a:p>
          <a:p>
            <a:pPr lvl="1"/>
            <a:r>
              <a:rPr lang="en-US" dirty="0"/>
              <a:t>Forms / reports used by the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rgbClr val="C00000"/>
                </a:solidFill>
              </a:rPr>
              <a:t>Data Design</a:t>
            </a:r>
            <a:endParaRPr lang="en-US" sz="2600" b="1" dirty="0"/>
          </a:p>
          <a:p>
            <a:pPr lvl="1"/>
            <a:r>
              <a:rPr lang="en-US" sz="2200" dirty="0"/>
              <a:t>What data is to be stored</a:t>
            </a:r>
          </a:p>
          <a:p>
            <a:pPr lvl="1"/>
            <a:r>
              <a:rPr lang="en-US" sz="2200" dirty="0"/>
              <a:t>What format the data will be in</a:t>
            </a:r>
          </a:p>
          <a:p>
            <a:pPr lvl="1"/>
            <a:r>
              <a:rPr lang="en-US" sz="2200" dirty="0"/>
              <a:t>Where the data will be stored</a:t>
            </a:r>
            <a:endParaRPr lang="id-ID" sz="2200" dirty="0"/>
          </a:p>
          <a:p>
            <a:pPr marL="344487" lvl="1" indent="0" algn="r">
              <a:buNone/>
            </a:pPr>
            <a:endParaRPr lang="id-ID" sz="1400" dirty="0"/>
          </a:p>
          <a:p>
            <a:pPr marL="344487" lvl="1" indent="0" algn="r">
              <a:buNone/>
            </a:pPr>
            <a:r>
              <a:rPr lang="en-US" sz="3000" dirty="0"/>
              <a:t>(</a:t>
            </a:r>
            <a:r>
              <a:rPr lang="en-US" sz="3000" b="1" dirty="0">
                <a:solidFill>
                  <a:srgbClr val="00B050"/>
                </a:solidFill>
              </a:rPr>
              <a:t>System </a:t>
            </a:r>
            <a:r>
              <a:rPr lang="id-ID" sz="3000" b="1" dirty="0">
                <a:solidFill>
                  <a:srgbClr val="00B050"/>
                </a:solidFill>
              </a:rPr>
              <a:t>Specification</a:t>
            </a:r>
            <a:r>
              <a:rPr lang="en-US" sz="3000" dirty="0"/>
              <a:t>)</a:t>
            </a:r>
          </a:p>
          <a:p>
            <a:pPr marL="344487" lvl="1" indent="0" algn="r">
              <a:buNone/>
            </a:pPr>
            <a:endParaRPr lang="en-US" sz="2000" dirty="0"/>
          </a:p>
          <a:p>
            <a:pPr lvl="1" eaLnBrk="1" hangingPunct="1"/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D" dirty="0">
                <a:solidFill>
                  <a:srgbClr val="C00000"/>
                </a:solidFill>
              </a:rPr>
              <a:t>Construction</a:t>
            </a:r>
          </a:p>
          <a:p>
            <a:pPr lvl="1"/>
            <a:r>
              <a:rPr lang="en-ID" dirty="0"/>
              <a:t>New system is </a:t>
            </a:r>
            <a:r>
              <a:rPr lang="en-ID" dirty="0">
                <a:solidFill>
                  <a:srgbClr val="0070C0"/>
                </a:solidFill>
              </a:rPr>
              <a:t>built</a:t>
            </a:r>
            <a:r>
              <a:rPr lang="en-ID" dirty="0"/>
              <a:t> and tested</a:t>
            </a:r>
          </a:p>
          <a:p>
            <a:pPr lvl="1"/>
            <a:r>
              <a:rPr lang="en-ID" dirty="0"/>
              <a:t>Often testing is the longest part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>
                <a:solidFill>
                  <a:srgbClr val="C00000"/>
                </a:solidFill>
              </a:rPr>
              <a:t>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dirty="0">
                <a:solidFill>
                  <a:srgbClr val="0070C0"/>
                </a:solidFill>
              </a:rPr>
              <a:t>Unit</a:t>
            </a:r>
            <a:r>
              <a:rPr lang="en-ID" dirty="0"/>
              <a:t>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dirty="0">
                <a:solidFill>
                  <a:srgbClr val="0070C0"/>
                </a:solidFill>
              </a:rPr>
              <a:t>Integration</a:t>
            </a:r>
            <a:r>
              <a:rPr lang="en-ID" dirty="0"/>
              <a:t>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dirty="0">
                <a:solidFill>
                  <a:srgbClr val="0070C0"/>
                </a:solidFill>
              </a:rPr>
              <a:t>System</a:t>
            </a:r>
            <a:r>
              <a:rPr lang="en-ID" dirty="0"/>
              <a:t>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dirty="0">
                <a:solidFill>
                  <a:srgbClr val="0070C0"/>
                </a:solidFill>
              </a:rPr>
              <a:t>User Acceptance </a:t>
            </a:r>
            <a:r>
              <a:rPr lang="en-ID" dirty="0"/>
              <a:t>Test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>
                <a:solidFill>
                  <a:srgbClr val="C00000"/>
                </a:solidFill>
              </a:rPr>
              <a:t>Documentation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dirty="0">
                <a:solidFill>
                  <a:srgbClr val="0070C0"/>
                </a:solidFill>
              </a:rPr>
              <a:t>User</a:t>
            </a:r>
            <a:r>
              <a:rPr lang="en-ID" dirty="0"/>
              <a:t> Documentation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dirty="0">
                <a:solidFill>
                  <a:srgbClr val="0070C0"/>
                </a:solidFill>
              </a:rPr>
              <a:t>System</a:t>
            </a:r>
            <a:r>
              <a:rPr lang="en-ID" dirty="0"/>
              <a:t> 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>
                <a:solidFill>
                  <a:srgbClr val="C00000"/>
                </a:solidFill>
              </a:rPr>
              <a:t>Installation</a:t>
            </a:r>
          </a:p>
          <a:p>
            <a:pPr lvl="1"/>
            <a:r>
              <a:rPr lang="en-ID" dirty="0"/>
              <a:t>Old system is turned off</a:t>
            </a:r>
          </a:p>
          <a:p>
            <a:pPr lvl="1"/>
            <a:r>
              <a:rPr lang="en-ID" dirty="0"/>
              <a:t>New system is turned 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93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Processes and Deliverables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" name="Group 2072"/>
          <p:cNvGrpSpPr>
            <a:grpSpLocks/>
          </p:cNvGrpSpPr>
          <p:nvPr/>
        </p:nvGrpSpPr>
        <p:grpSpPr bwMode="auto">
          <a:xfrm>
            <a:off x="2152650" y="1143000"/>
            <a:ext cx="8153400" cy="5257800"/>
            <a:chOff x="912" y="1008"/>
            <a:chExt cx="3984" cy="28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Rectangle 2055"/>
            <p:cNvSpPr>
              <a:spLocks noChangeArrowheads="1"/>
            </p:cNvSpPr>
            <p:nvPr/>
          </p:nvSpPr>
          <p:spPr bwMode="auto">
            <a:xfrm>
              <a:off x="912" y="1008"/>
              <a:ext cx="3984" cy="2880"/>
            </a:xfrm>
            <a:prstGeom prst="rect">
              <a:avLst/>
            </a:prstGeom>
            <a:solidFill>
              <a:srgbClr val="17365D">
                <a:lumMod val="20000"/>
                <a:lumOff val="80000"/>
              </a:srgbClr>
            </a:solidFill>
            <a:ln w="12700">
              <a:solidFill>
                <a:srgbClr val="1F497D"/>
              </a:solidFill>
              <a:miter lim="800000"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</p:txBody>
        </p:sp>
        <p:sp>
          <p:nvSpPr>
            <p:cNvPr id="38" name="Rectangle 2057"/>
            <p:cNvSpPr>
              <a:spLocks noChangeArrowheads="1"/>
            </p:cNvSpPr>
            <p:nvPr/>
          </p:nvSpPr>
          <p:spPr bwMode="auto">
            <a:xfrm>
              <a:off x="912" y="1397"/>
              <a:ext cx="1968" cy="2491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12700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</p:txBody>
        </p:sp>
        <p:sp>
          <p:nvSpPr>
            <p:cNvPr id="39" name="Rectangle 2056"/>
            <p:cNvSpPr>
              <a:spLocks noChangeArrowheads="1"/>
            </p:cNvSpPr>
            <p:nvPr/>
          </p:nvSpPr>
          <p:spPr bwMode="auto">
            <a:xfrm>
              <a:off x="912" y="1008"/>
              <a:ext cx="3984" cy="384"/>
            </a:xfrm>
            <a:prstGeom prst="rect">
              <a:avLst/>
            </a:prstGeom>
            <a:solidFill>
              <a:srgbClr val="17365D"/>
            </a:solidFill>
            <a:ln w="12700">
              <a:solidFill>
                <a:srgbClr val="1F497D"/>
              </a:solidFill>
              <a:miter lim="800000"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</p:txBody>
        </p:sp>
        <p:sp>
          <p:nvSpPr>
            <p:cNvPr id="40" name="Text Box 2058"/>
            <p:cNvSpPr txBox="1">
              <a:spLocks noChangeArrowheads="1"/>
            </p:cNvSpPr>
            <p:nvPr/>
          </p:nvSpPr>
          <p:spPr bwMode="auto">
            <a:xfrm>
              <a:off x="1438" y="1104"/>
              <a:ext cx="563" cy="25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rgbClr val="DBE5F1"/>
                  </a:solidFill>
                  <a:effectLst/>
                  <a:latin typeface="Calibri"/>
                  <a:ea typeface="+mn-ea"/>
                </a:rPr>
                <a:t>Process</a:t>
              </a:r>
            </a:p>
          </p:txBody>
        </p:sp>
        <p:sp>
          <p:nvSpPr>
            <p:cNvPr id="41" name="Text Box 2059"/>
            <p:cNvSpPr txBox="1">
              <a:spLocks noChangeArrowheads="1"/>
            </p:cNvSpPr>
            <p:nvPr/>
          </p:nvSpPr>
          <p:spPr bwMode="auto">
            <a:xfrm>
              <a:off x="3524" y="1104"/>
              <a:ext cx="581" cy="25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rgbClr val="DBE5F1"/>
                  </a:solidFill>
                  <a:effectLst/>
                  <a:latin typeface="Calibri"/>
                  <a:ea typeface="+mn-ea"/>
                </a:rPr>
                <a:t>Product</a:t>
              </a:r>
            </a:p>
          </p:txBody>
        </p:sp>
        <p:sp>
          <p:nvSpPr>
            <p:cNvPr id="42" name="Text Box 2060"/>
            <p:cNvSpPr txBox="1">
              <a:spLocks noChangeArrowheads="1"/>
            </p:cNvSpPr>
            <p:nvPr/>
          </p:nvSpPr>
          <p:spPr bwMode="auto">
            <a:xfrm>
              <a:off x="1235" y="1564"/>
              <a:ext cx="1102" cy="207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ysClr val="windowText" lastClr="000000"/>
                  </a:solidFill>
                  <a:effectLst/>
                  <a:latin typeface="Calibri"/>
                  <a:ea typeface="+mn-ea"/>
                </a:rPr>
                <a:t>Planning</a:t>
              </a: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ysClr val="windowText" lastClr="000000"/>
                  </a:solidFill>
                  <a:effectLst/>
                  <a:latin typeface="Calibri"/>
                  <a:ea typeface="+mn-ea"/>
                </a:rPr>
                <a:t>Analysis</a:t>
              </a: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ysClr val="windowText" lastClr="000000"/>
                  </a:solidFill>
                  <a:effectLst/>
                  <a:latin typeface="Calibri"/>
                  <a:ea typeface="+mn-ea"/>
                </a:rPr>
                <a:t>Design</a:t>
              </a: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ysClr val="windowText" lastClr="000000"/>
                  </a:solidFill>
                  <a:effectLst/>
                  <a:latin typeface="Calibri"/>
                  <a:ea typeface="+mn-ea"/>
                </a:rPr>
                <a:t>Implementation</a:t>
              </a:r>
              <a:endParaRPr kumimoji="0" lang="en-US" sz="2400" b="1" kern="0" dirty="0">
                <a:solidFill>
                  <a:srgbClr val="C6D9F0"/>
                </a:solidFill>
                <a:effectLst/>
                <a:latin typeface="Calibri"/>
                <a:ea typeface="+mn-ea"/>
              </a:endParaRPr>
            </a:p>
          </p:txBody>
        </p:sp>
        <p:sp>
          <p:nvSpPr>
            <p:cNvPr id="43" name="Text Box 2062"/>
            <p:cNvSpPr txBox="1">
              <a:spLocks noChangeArrowheads="1"/>
            </p:cNvSpPr>
            <p:nvPr/>
          </p:nvSpPr>
          <p:spPr bwMode="auto">
            <a:xfrm>
              <a:off x="3072" y="1578"/>
              <a:ext cx="1720" cy="225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id-ID" sz="2400" b="1" kern="0" dirty="0">
                  <a:solidFill>
                    <a:srgbClr val="C00000"/>
                  </a:solidFill>
                  <a:effectLst/>
                  <a:latin typeface="Calibri"/>
                  <a:ea typeface="+mn-ea"/>
                </a:rPr>
                <a:t>System </a:t>
              </a:r>
              <a:r>
                <a:rPr kumimoji="0" lang="en-US" sz="2400" b="1" kern="0" dirty="0">
                  <a:solidFill>
                    <a:srgbClr val="C00000"/>
                  </a:solidFill>
                  <a:effectLst/>
                  <a:latin typeface="Calibri"/>
                  <a:ea typeface="+mn-ea"/>
                </a:rPr>
                <a:t>Proposal</a:t>
              </a: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rgbClr val="C00000"/>
                  </a:solidFill>
                  <a:effectLst/>
                  <a:latin typeface="Calibri"/>
                  <a:ea typeface="+mn-ea"/>
                </a:rPr>
                <a:t>System Specification</a:t>
              </a: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2400" b="1" kern="0" dirty="0">
                <a:solidFill>
                  <a:srgbClr val="C00000"/>
                </a:solidFill>
                <a:effectLst/>
                <a:latin typeface="Calibri"/>
                <a:ea typeface="+mn-ea"/>
              </a:endParaRP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 dirty="0">
                <a:solidFill>
                  <a:srgbClr val="C00000"/>
                </a:solidFill>
                <a:effectLst/>
                <a:latin typeface="Calibri"/>
                <a:ea typeface="+mn-ea"/>
              </a:endParaRPr>
            </a:p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400" b="1" kern="0" dirty="0">
                  <a:solidFill>
                    <a:srgbClr val="C00000"/>
                  </a:solidFill>
                  <a:effectLst/>
                  <a:latin typeface="Calibri"/>
                  <a:ea typeface="+mn-ea"/>
                </a:rPr>
                <a:t>New System</a:t>
              </a:r>
              <a:r>
                <a:rPr kumimoji="0" lang="id-ID" sz="2400" b="1" kern="0" dirty="0">
                  <a:solidFill>
                    <a:srgbClr val="C00000"/>
                  </a:solidFill>
                  <a:effectLst/>
                  <a:latin typeface="Calibri"/>
                  <a:ea typeface="+mn-ea"/>
                </a:rPr>
                <a:t> </a:t>
              </a:r>
              <a:r>
                <a:rPr kumimoji="0" lang="id-ID" sz="2400" b="1" kern="0" dirty="0">
                  <a:effectLst/>
                  <a:latin typeface="Calibri"/>
                  <a:ea typeface="+mn-ea"/>
                </a:rPr>
                <a:t>with </a:t>
              </a:r>
              <a:r>
                <a:rPr kumimoji="0" lang="id-ID" sz="2200" b="1" kern="0" dirty="0">
                  <a:effectLst/>
                  <a:latin typeface="Calibri"/>
                  <a:ea typeface="+mn-ea"/>
                </a:rPr>
                <a:t>Testing/Maintenance Plan</a:t>
              </a:r>
            </a:p>
          </p:txBody>
        </p:sp>
        <p:sp>
          <p:nvSpPr>
            <p:cNvPr id="44" name="Line 2063"/>
            <p:cNvSpPr>
              <a:spLocks noChangeShapeType="1"/>
            </p:cNvSpPr>
            <p:nvPr/>
          </p:nvSpPr>
          <p:spPr bwMode="auto">
            <a:xfrm>
              <a:off x="912" y="1392"/>
              <a:ext cx="0" cy="2496"/>
            </a:xfrm>
            <a:prstGeom prst="line">
              <a:avLst/>
            </a:prstGeom>
            <a:noFill/>
            <a:ln w="12700">
              <a:solidFill>
                <a:srgbClr val="1F497D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2400" b="1" kern="0">
                <a:solidFill>
                  <a:sysClr val="windowText" lastClr="000000"/>
                </a:solidFill>
                <a:effectLst/>
                <a:latin typeface="Calibri"/>
                <a:ea typeface="+mn-ea"/>
              </a:endParaRPr>
            </a:p>
          </p:txBody>
        </p:sp>
        <p:grpSp>
          <p:nvGrpSpPr>
            <p:cNvPr id="3" name="Group 2071"/>
            <p:cNvGrpSpPr>
              <a:grpSpLocks/>
            </p:cNvGrpSpPr>
            <p:nvPr/>
          </p:nvGrpSpPr>
          <p:grpSpPr bwMode="auto">
            <a:xfrm>
              <a:off x="2640" y="1392"/>
              <a:ext cx="576" cy="2496"/>
              <a:chOff x="2688" y="1392"/>
              <a:chExt cx="576" cy="2496"/>
            </a:xfrm>
          </p:grpSpPr>
          <p:sp>
            <p:nvSpPr>
              <p:cNvPr id="46" name="Line 2064"/>
              <p:cNvSpPr>
                <a:spLocks noChangeShapeType="1"/>
              </p:cNvSpPr>
              <p:nvPr/>
            </p:nvSpPr>
            <p:spPr bwMode="auto">
              <a:xfrm>
                <a:off x="2928" y="1392"/>
                <a:ext cx="0" cy="2496"/>
              </a:xfrm>
              <a:prstGeom prst="line">
                <a:avLst/>
              </a:prstGeom>
              <a:noFill/>
              <a:ln w="12700">
                <a:solidFill>
                  <a:srgbClr val="1F497D"/>
                </a:solidFill>
                <a:round/>
                <a:headEnd type="none" w="sm" len="sm"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sz="2400" b="1" kern="0">
                  <a:solidFill>
                    <a:sysClr val="windowText" lastClr="000000"/>
                  </a:solidFill>
                  <a:effectLst/>
                  <a:latin typeface="Calibri"/>
                  <a:ea typeface="+mn-ea"/>
                </a:endParaRPr>
              </a:p>
            </p:txBody>
          </p:sp>
          <p:grpSp>
            <p:nvGrpSpPr>
              <p:cNvPr id="4" name="Group 2069"/>
              <p:cNvGrpSpPr>
                <a:grpSpLocks/>
              </p:cNvGrpSpPr>
              <p:nvPr/>
            </p:nvGrpSpPr>
            <p:grpSpPr bwMode="auto">
              <a:xfrm>
                <a:off x="2688" y="1590"/>
                <a:ext cx="576" cy="2048"/>
                <a:chOff x="2688" y="1878"/>
                <a:chExt cx="576" cy="2048"/>
              </a:xfrm>
            </p:grpSpPr>
            <p:sp>
              <p:nvSpPr>
                <p:cNvPr id="49" name="AutoShape 2066"/>
                <p:cNvSpPr>
                  <a:spLocks noChangeArrowheads="1"/>
                </p:cNvSpPr>
                <p:nvPr/>
              </p:nvSpPr>
              <p:spPr bwMode="auto">
                <a:xfrm>
                  <a:off x="2688" y="1878"/>
                  <a:ext cx="576" cy="336"/>
                </a:xfrm>
                <a:prstGeom prst="rightArrow">
                  <a:avLst>
                    <a:gd name="adj1" fmla="val 50000"/>
                    <a:gd name="adj2" fmla="val 42857"/>
                  </a:avLst>
                </a:prstGeom>
                <a:solidFill>
                  <a:srgbClr val="17365D">
                    <a:lumMod val="40000"/>
                    <a:lumOff val="60000"/>
                  </a:srgbClr>
                </a:solidFill>
                <a:ln w="12700">
                  <a:solidFill>
                    <a:srgbClr val="1F497D"/>
                  </a:solidFill>
                  <a:miter lim="800000"/>
                  <a:headEnd type="none" w="sm" len="sm"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en-US" sz="2400" b="1" kern="0">
                    <a:solidFill>
                      <a:sysClr val="windowText" lastClr="000000"/>
                    </a:solidFill>
                    <a:effectLst/>
                    <a:latin typeface="Calibri"/>
                    <a:ea typeface="+mn-ea"/>
                  </a:endParaRPr>
                </a:p>
              </p:txBody>
            </p:sp>
            <p:sp>
              <p:nvSpPr>
                <p:cNvPr id="50" name="AutoShape 2067"/>
                <p:cNvSpPr>
                  <a:spLocks noChangeArrowheads="1"/>
                </p:cNvSpPr>
                <p:nvPr/>
              </p:nvSpPr>
              <p:spPr bwMode="auto">
                <a:xfrm>
                  <a:off x="2688" y="2632"/>
                  <a:ext cx="576" cy="336"/>
                </a:xfrm>
                <a:prstGeom prst="rightArrow">
                  <a:avLst>
                    <a:gd name="adj1" fmla="val 50000"/>
                    <a:gd name="adj2" fmla="val 42857"/>
                  </a:avLst>
                </a:prstGeom>
                <a:solidFill>
                  <a:srgbClr val="17365D">
                    <a:lumMod val="40000"/>
                    <a:lumOff val="60000"/>
                  </a:srgbClr>
                </a:solidFill>
                <a:ln w="12700">
                  <a:solidFill>
                    <a:srgbClr val="1F497D"/>
                  </a:solidFill>
                  <a:miter lim="800000"/>
                  <a:headEnd type="none" w="sm" len="sm"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en-US" sz="2400" b="1" kern="0">
                    <a:solidFill>
                      <a:sysClr val="windowText" lastClr="000000"/>
                    </a:solidFill>
                    <a:effectLst/>
                    <a:latin typeface="Calibri"/>
                    <a:ea typeface="+mn-ea"/>
                  </a:endParaRPr>
                </a:p>
              </p:txBody>
            </p:sp>
            <p:sp>
              <p:nvSpPr>
                <p:cNvPr id="51" name="AutoShape 2068"/>
                <p:cNvSpPr>
                  <a:spLocks noChangeArrowheads="1"/>
                </p:cNvSpPr>
                <p:nvPr/>
              </p:nvSpPr>
              <p:spPr bwMode="auto">
                <a:xfrm>
                  <a:off x="2688" y="3590"/>
                  <a:ext cx="576" cy="336"/>
                </a:xfrm>
                <a:prstGeom prst="rightArrow">
                  <a:avLst>
                    <a:gd name="adj1" fmla="val 50000"/>
                    <a:gd name="adj2" fmla="val 42857"/>
                  </a:avLst>
                </a:prstGeom>
                <a:solidFill>
                  <a:srgbClr val="17365D">
                    <a:lumMod val="40000"/>
                    <a:lumOff val="60000"/>
                  </a:srgbClr>
                </a:solidFill>
                <a:ln w="12700">
                  <a:solidFill>
                    <a:srgbClr val="1F497D"/>
                  </a:solidFill>
                  <a:miter lim="800000"/>
                  <a:headEnd type="none" w="sm" len="sm"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en-US" sz="2400" b="1" kern="0">
                    <a:solidFill>
                      <a:sysClr val="windowText" lastClr="000000"/>
                    </a:solidFill>
                    <a:effectLst/>
                    <a:latin typeface="Calibri"/>
                    <a:ea typeface="+mn-ea"/>
                  </a:endParaRP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id-ID"/>
              <a:t>Systems Development Methodolog</a:t>
            </a:r>
            <a:r>
              <a:rPr lang="en-US"/>
              <a:t>y (Model Process)</a:t>
            </a:r>
            <a:endParaRPr lang="id-ID"/>
          </a:p>
        </p:txBody>
      </p:sp>
      <p:pic>
        <p:nvPicPr>
          <p:cNvPr id="7" name="Picture 6" descr="Wooden blocks stacked to create a bar graph">
            <a:extLst>
              <a:ext uri="{FF2B5EF4-FFF2-40B4-BE49-F238E27FC236}">
                <a16:creationId xmlns:a16="http://schemas.microsoft.com/office/drawing/2014/main" id="{726F7E74-D49E-E6A5-0FF7-5F7072B0B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10" b="21097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52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050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dirty="0"/>
              <a:t>Software Development Methodology</a:t>
            </a:r>
            <a:br>
              <a:rPr lang="id-ID" dirty="0"/>
            </a:br>
            <a:r>
              <a:rPr lang="en-US" dirty="0"/>
              <a:t>(Model Process)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4277" name="Rectangle 205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0BD3E30-2D92-971B-B884-F1463463E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1096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9319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/>
          </a:bodyPr>
          <a:lstStyle/>
          <a:p>
            <a:r>
              <a:rPr lang="en-US" sz="3400" dirty="0"/>
              <a:t>Major </a:t>
            </a:r>
            <a:r>
              <a:rPr lang="id-ID" sz="3400" dirty="0" err="1"/>
              <a:t>Software</a:t>
            </a:r>
            <a:r>
              <a:rPr lang="id-ID" sz="3400" dirty="0"/>
              <a:t> Development </a:t>
            </a:r>
            <a:r>
              <a:rPr lang="en-US" sz="3400" dirty="0"/>
              <a:t>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03046"/>
            <a:ext cx="6229350" cy="552635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</a:rPr>
              <a:t>Structured Design</a:t>
            </a:r>
            <a:br>
              <a:rPr lang="id-ID" sz="3200" dirty="0">
                <a:solidFill>
                  <a:srgbClr val="C00000"/>
                </a:solidFill>
              </a:rPr>
            </a:br>
            <a:r>
              <a:rPr lang="id-ID" sz="2400" dirty="0"/>
              <a:t>(</a:t>
            </a:r>
            <a:r>
              <a:rPr lang="id-ID" sz="2400" dirty="0" err="1">
                <a:solidFill>
                  <a:srgbClr val="00B050"/>
                </a:solidFill>
              </a:rPr>
              <a:t>Prescriptive</a:t>
            </a:r>
            <a:r>
              <a:rPr lang="id-ID" sz="2400" dirty="0"/>
              <a:t>) (1967- )</a:t>
            </a:r>
            <a:endParaRPr lang="en-US" sz="2400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Waterfall</a:t>
            </a:r>
            <a:r>
              <a:rPr lang="en-US" dirty="0"/>
              <a:t> method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Parallel</a:t>
            </a:r>
            <a:r>
              <a:rPr lang="en-US" dirty="0"/>
              <a:t> development</a:t>
            </a:r>
            <a:endParaRPr lang="id-ID" dirty="0"/>
          </a:p>
          <a:p>
            <a:pPr lvl="1"/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</a:rPr>
              <a:t>Rapid Application Development</a:t>
            </a:r>
            <a:r>
              <a:rPr lang="id-ID" sz="3200" dirty="0">
                <a:solidFill>
                  <a:srgbClr val="C00000"/>
                </a:solidFill>
              </a:rPr>
              <a:t> </a:t>
            </a:r>
            <a:r>
              <a:rPr lang="id-ID" sz="2400" dirty="0"/>
              <a:t>(</a:t>
            </a:r>
            <a:r>
              <a:rPr lang="id-ID" sz="2400" dirty="0" err="1">
                <a:solidFill>
                  <a:srgbClr val="00B050"/>
                </a:solidFill>
              </a:rPr>
              <a:t>Iterative</a:t>
            </a:r>
            <a:r>
              <a:rPr lang="id-ID" sz="2400" dirty="0"/>
              <a:t>) (1985-)</a:t>
            </a:r>
            <a:endParaRPr lang="en-US" sz="2400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Phased</a:t>
            </a:r>
            <a:r>
              <a:rPr lang="en-US" dirty="0"/>
              <a:t> Development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Prototyping</a:t>
            </a:r>
            <a:endParaRPr lang="id-ID" dirty="0">
              <a:solidFill>
                <a:srgbClr val="0070C0"/>
              </a:solidFill>
            </a:endParaRPr>
          </a:p>
          <a:p>
            <a:pPr lvl="1"/>
            <a:endParaRPr lang="en-US" sz="2000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</a:rPr>
              <a:t>Agile Development</a:t>
            </a:r>
            <a:br>
              <a:rPr lang="id-ID" sz="3200" dirty="0">
                <a:solidFill>
                  <a:srgbClr val="C00000"/>
                </a:solidFill>
              </a:rPr>
            </a:br>
            <a:r>
              <a:rPr lang="id-ID" sz="2400" dirty="0"/>
              <a:t>(</a:t>
            </a:r>
            <a:r>
              <a:rPr lang="id-ID" sz="2400" dirty="0" err="1">
                <a:solidFill>
                  <a:srgbClr val="00B050"/>
                </a:solidFill>
              </a:rPr>
              <a:t>Adaptive</a:t>
            </a:r>
            <a:r>
              <a:rPr lang="id-ID" sz="2400" dirty="0"/>
              <a:t>) (1995-)</a:t>
            </a:r>
            <a:endParaRPr lang="en-US" sz="2400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Extreme Programming </a:t>
            </a:r>
            <a:r>
              <a:rPr lang="en-US" dirty="0"/>
              <a:t>(XP)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Scrum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25704" y="6330255"/>
            <a:ext cx="61405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id-ID" sz="2000" i="1" dirty="0" err="1">
                <a:effectLst/>
              </a:rPr>
              <a:t>Compiled</a:t>
            </a:r>
            <a:r>
              <a:rPr lang="id-ID" sz="2000" i="1" dirty="0">
                <a:effectLst/>
              </a:rPr>
              <a:t> </a:t>
            </a:r>
            <a:r>
              <a:rPr lang="id-ID" sz="2000" i="1" dirty="0" err="1">
                <a:effectLst/>
              </a:rPr>
              <a:t>from</a:t>
            </a:r>
            <a:r>
              <a:rPr lang="id-ID" sz="2000" i="1" dirty="0">
                <a:effectLst/>
              </a:rPr>
              <a:t> </a:t>
            </a:r>
            <a:r>
              <a:rPr lang="en-US" sz="2000" i="1" dirty="0">
                <a:effectLst/>
              </a:rPr>
              <a:t>(Dennis</a:t>
            </a:r>
            <a:r>
              <a:rPr lang="id-ID" sz="2000" i="1" dirty="0">
                <a:effectLst/>
              </a:rPr>
              <a:t>, </a:t>
            </a:r>
            <a:r>
              <a:rPr lang="id-ID" sz="2000" i="1" dirty="0" err="1">
                <a:effectLst/>
              </a:rPr>
              <a:t>Wixom</a:t>
            </a:r>
            <a:r>
              <a:rPr lang="id-ID" sz="2000" i="1" dirty="0">
                <a:effectLst/>
              </a:rPr>
              <a:t> </a:t>
            </a:r>
            <a:r>
              <a:rPr lang="id-ID" sz="2000" i="1" dirty="0" err="1">
                <a:effectLst/>
              </a:rPr>
              <a:t>and</a:t>
            </a:r>
            <a:r>
              <a:rPr lang="id-ID" sz="2000" i="1" dirty="0">
                <a:effectLst/>
              </a:rPr>
              <a:t> </a:t>
            </a:r>
            <a:r>
              <a:rPr lang="id-ID" sz="2000" i="1" dirty="0" err="1">
                <a:effectLst/>
              </a:rPr>
              <a:t>Tegarden</a:t>
            </a:r>
            <a:r>
              <a:rPr lang="en-US" sz="2000" i="1" dirty="0">
                <a:effectLst/>
              </a:rPr>
              <a:t>, 201</a:t>
            </a:r>
            <a:r>
              <a:rPr lang="id-ID" sz="2000" i="1" dirty="0">
                <a:effectLst/>
              </a:rPr>
              <a:t>6</a:t>
            </a:r>
            <a:r>
              <a:rPr lang="en-US" sz="2000" i="1" dirty="0">
                <a:effectLst/>
              </a:rPr>
              <a:t>)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87641876"/>
              </p:ext>
            </p:extLst>
          </p:nvPr>
        </p:nvGraphicFramePr>
        <p:xfrm>
          <a:off x="8402108" y="984986"/>
          <a:ext cx="1919161" cy="5145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4156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152400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id-ID" dirty="0"/>
              <a:t>Methodolog</a:t>
            </a:r>
            <a:r>
              <a:rPr lang="en-US" dirty="0"/>
              <a:t>y Timeline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4167" t="29259" r="20000" b="18148"/>
          <a:stretch/>
        </p:blipFill>
        <p:spPr>
          <a:xfrm>
            <a:off x="1905000" y="1275805"/>
            <a:ext cx="83820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4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Structured Design</a:t>
            </a:r>
            <a:endParaRPr lang="id-ID"/>
          </a:p>
        </p:txBody>
      </p:sp>
      <p:pic>
        <p:nvPicPr>
          <p:cNvPr id="6" name="Picture 5" descr="3D square and rectangle">
            <a:extLst>
              <a:ext uri="{FF2B5EF4-FFF2-40B4-BE49-F238E27FC236}">
                <a16:creationId xmlns:a16="http://schemas.microsoft.com/office/drawing/2014/main" id="{021F6172-FC6F-DD99-6E86-07D76959DF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23" b="19106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1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dirty="0"/>
              <a:t>Structured Design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530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5EF341-FA37-0BFA-C575-C72DB18FC9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5833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4763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074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57491" y="136525"/>
            <a:ext cx="10515600" cy="1325563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dirty="0"/>
              <a:t>Waterfall Method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6323" name="Picture 3076" descr="!01-03W-">
            <a:hlinkClick r:id="rId6" action="ppaction://hlinkfile"/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28800" y="12192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723945"/>
              </p:ext>
            </p:extLst>
          </p:nvPr>
        </p:nvGraphicFramePr>
        <p:xfrm>
          <a:off x="228600" y="4190030"/>
          <a:ext cx="5334000" cy="25314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6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7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013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Identifies systems </a:t>
                      </a:r>
                    </a:p>
                    <a:p>
                      <a:r>
                        <a:rPr lang="en-US" sz="1600" dirty="0"/>
                        <a:t>requirements long </a:t>
                      </a:r>
                    </a:p>
                    <a:p>
                      <a:r>
                        <a:rPr lang="en-US" sz="1600" dirty="0"/>
                        <a:t>before programming </a:t>
                      </a:r>
                    </a:p>
                    <a:p>
                      <a:r>
                        <a:rPr lang="en-US" sz="1600" dirty="0"/>
                        <a:t>Begins, it minimizes change to the requirements as the project proceed (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mature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Design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must be</a:t>
                      </a:r>
                      <a:r>
                        <a:rPr lang="en-US" sz="1600" baseline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specified on paper </a:t>
                      </a:r>
                      <a:r>
                        <a:rPr lang="en-US" sz="1600" dirty="0"/>
                        <a:t>before programming begins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Long time </a:t>
                      </a:r>
                      <a:r>
                        <a:rPr lang="en-US" sz="1600" dirty="0"/>
                        <a:t>between 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system proposal and 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delivery of new 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1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600" dirty="0" err="1">
                          <a:solidFill>
                            <a:srgbClr val="C00000"/>
                          </a:solidFill>
                        </a:rPr>
                        <a:t>Rework</a:t>
                      </a:r>
                      <a:r>
                        <a:rPr lang="id-ID" sz="16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id-ID" sz="1600" dirty="0" err="1">
                          <a:solidFill>
                            <a:srgbClr val="C00000"/>
                          </a:solidFill>
                        </a:rPr>
                        <a:t>is</a:t>
                      </a:r>
                      <a:r>
                        <a:rPr lang="id-ID" sz="16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id-ID" sz="1600" dirty="0" err="1">
                          <a:solidFill>
                            <a:srgbClr val="C00000"/>
                          </a:solidFill>
                        </a:rPr>
                        <a:t>very</a:t>
                      </a:r>
                      <a:r>
                        <a:rPr lang="id-ID" sz="16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id-ID" sz="1600" dirty="0" err="1">
                          <a:solidFill>
                            <a:srgbClr val="C00000"/>
                          </a:solidFill>
                        </a:rPr>
                        <a:t>hard</a:t>
                      </a:r>
                      <a:endParaRPr lang="id-ID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2260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685800" y="95013"/>
            <a:ext cx="10515600" cy="1325563"/>
          </a:xfrm>
        </p:spPr>
        <p:txBody>
          <a:bodyPr/>
          <a:lstStyle/>
          <a:p>
            <a:pPr eaLnBrk="1" hangingPunct="1"/>
            <a:r>
              <a:rPr lang="en-US" dirty="0"/>
              <a:t>Parallel Development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 rotWithShape="1">
          <a:blip r:embed="rId6" cstate="print"/>
          <a:srcRect l="3333" b="5000"/>
          <a:stretch/>
        </p:blipFill>
        <p:spPr bwMode="auto">
          <a:xfrm>
            <a:off x="1664047" y="1062080"/>
            <a:ext cx="8863906" cy="58073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600201" y="3106565"/>
            <a:ext cx="2755553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/>
            <a:r>
              <a:rPr lang="en-US" sz="1800" dirty="0">
                <a:solidFill>
                  <a:srgbClr val="C00000"/>
                </a:solidFill>
                <a:effectLst/>
                <a:latin typeface="+mn-lt"/>
              </a:rPr>
              <a:t>Addresses problem of time gap </a:t>
            </a:r>
            <a:r>
              <a:rPr lang="en-US" sz="1800" dirty="0">
                <a:effectLst/>
                <a:latin typeface="+mn-lt"/>
              </a:rPr>
              <a:t>between proposal and delivery: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effectLst/>
                <a:latin typeface="+mn-lt"/>
              </a:rPr>
              <a:t>Breaks project </a:t>
            </a:r>
            <a:r>
              <a:rPr lang="en-US" sz="1600" dirty="0">
                <a:effectLst/>
                <a:latin typeface="+mn-lt"/>
              </a:rPr>
              <a:t>into parallel subproject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effectLst/>
                <a:latin typeface="+mn-lt"/>
              </a:rPr>
              <a:t>Integrates </a:t>
            </a:r>
            <a:r>
              <a:rPr lang="en-US" sz="1600" dirty="0">
                <a:effectLst/>
                <a:latin typeface="+mn-lt"/>
              </a:rPr>
              <a:t>them at the end</a:t>
            </a:r>
          </a:p>
          <a:p>
            <a:pPr marL="742950" indent="-742950" algn="l"/>
            <a:endParaRPr lang="en-US" sz="2000" dirty="0">
              <a:effectLst/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737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Rapid Application Development</a:t>
            </a:r>
            <a:endParaRPr lang="id-ID"/>
          </a:p>
        </p:txBody>
      </p:sp>
      <p:pic>
        <p:nvPicPr>
          <p:cNvPr id="6" name="Picture 5" descr="Person writing on a notepad">
            <a:extLst>
              <a:ext uri="{FF2B5EF4-FFF2-40B4-BE49-F238E27FC236}">
                <a16:creationId xmlns:a16="http://schemas.microsoft.com/office/drawing/2014/main" id="{72D1C5B4-73B7-F64D-2864-25FB07C5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59" b="25227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16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Rapid Application Development (RAD)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00740F88-5DB8-DB22-BAFB-D61CEF6A139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49876664"/>
              </p:ext>
            </p:extLst>
          </p:nvPr>
        </p:nvGraphicFramePr>
        <p:xfrm>
          <a:off x="838200" y="1825625"/>
          <a:ext cx="10210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41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986" y="-10886"/>
            <a:ext cx="10515600" cy="1325563"/>
          </a:xfrm>
        </p:spPr>
        <p:txBody>
          <a:bodyPr/>
          <a:lstStyle/>
          <a:p>
            <a:r>
              <a:rPr lang="en-US" dirty="0"/>
              <a:t>RAD: Phased Development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 descr="fig29_01_0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67050" y="914401"/>
            <a:ext cx="7524750" cy="564356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584603"/>
              </p:ext>
            </p:extLst>
          </p:nvPr>
        </p:nvGraphicFramePr>
        <p:xfrm>
          <a:off x="1600200" y="5257800"/>
          <a:ext cx="4698776" cy="152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99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/>
                        <a:t>Gets useful system to users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Initial system is intentionally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incomplete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/>
                        <a:t>Most important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functions tested most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System requirements expand as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users see</a:t>
                      </a:r>
                      <a:r>
                        <a:rPr lang="en-US" sz="1600" baseline="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versions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1199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-3293"/>
            <a:ext cx="10515600" cy="1325563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dirty="0"/>
              <a:t>RAD: Prototyping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2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77550" y="1066800"/>
            <a:ext cx="8915400" cy="5257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</p:spPr>
      </p:pic>
      <p:sp>
        <p:nvSpPr>
          <p:cNvPr id="3" name="Rectangle 2"/>
          <p:cNvSpPr/>
          <p:nvPr/>
        </p:nvSpPr>
        <p:spPr>
          <a:xfrm>
            <a:off x="5335614" y="849989"/>
            <a:ext cx="5366599" cy="222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n-lt"/>
              </a:rPr>
              <a:t>Analysis, Design, Implementation are </a:t>
            </a: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performed concurrently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n-lt"/>
              </a:rPr>
              <a:t>Start with a "</a:t>
            </a: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quick-and-dirty</a:t>
            </a:r>
            <a:r>
              <a:rPr lang="en-US" sz="2200" dirty="0">
                <a:effectLst/>
                <a:latin typeface="+mn-lt"/>
              </a:rPr>
              <a:t>" prototype, Provides </a:t>
            </a:r>
            <a:r>
              <a:rPr lang="en-US" sz="2200" dirty="0">
                <a:solidFill>
                  <a:srgbClr val="0070C0"/>
                </a:solidFill>
                <a:effectLst/>
                <a:latin typeface="+mn-lt"/>
              </a:rPr>
              <a:t>minimal functionality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Repeat process</a:t>
            </a:r>
            <a:r>
              <a:rPr lang="en-US" sz="2200" dirty="0">
                <a:effectLst/>
                <a:latin typeface="+mn-lt"/>
              </a:rPr>
              <a:t>, </a:t>
            </a: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refining the prototype </a:t>
            </a:r>
            <a:r>
              <a:rPr lang="en-US" sz="2200" dirty="0">
                <a:effectLst/>
                <a:latin typeface="+mn-lt"/>
              </a:rPr>
              <a:t>each time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Stop </a:t>
            </a:r>
            <a:r>
              <a:rPr lang="en-US" sz="2200" dirty="0">
                <a:effectLst/>
                <a:latin typeface="+mn-lt"/>
              </a:rPr>
              <a:t>when prototype is a working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BC1DD5-B834-44B2-AAFA-53B2A8773E4B}"/>
              </a:ext>
            </a:extLst>
          </p:cNvPr>
          <p:cNvSpPr/>
          <p:nvPr/>
        </p:nvSpPr>
        <p:spPr>
          <a:xfrm>
            <a:off x="1905000" y="5807214"/>
            <a:ext cx="69342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D" sz="2000" dirty="0">
                <a:solidFill>
                  <a:srgbClr val="000000"/>
                </a:solidFill>
                <a:effectLst/>
                <a:latin typeface="+mn-lt"/>
              </a:rPr>
              <a:t>Prototyping significantly </a:t>
            </a:r>
            <a:r>
              <a:rPr lang="en-ID" sz="2000" dirty="0">
                <a:solidFill>
                  <a:srgbClr val="C00000"/>
                </a:solidFill>
                <a:effectLst/>
                <a:latin typeface="+mn-lt"/>
              </a:rPr>
              <a:t>reduces requirement and design errors</a:t>
            </a:r>
            <a:r>
              <a:rPr lang="en-ID" sz="2000" dirty="0">
                <a:solidFill>
                  <a:srgbClr val="000000"/>
                </a:solidFill>
                <a:effectLst/>
                <a:latin typeface="+mn-lt"/>
              </a:rPr>
              <a:t>,</a:t>
            </a:r>
            <a:r>
              <a:rPr lang="id-ID" sz="2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ID" sz="2000" dirty="0">
                <a:solidFill>
                  <a:srgbClr val="000000"/>
                </a:solidFill>
                <a:effectLst/>
                <a:latin typeface="+mn-lt"/>
              </a:rPr>
              <a:t>especially for user interfaces</a:t>
            </a:r>
            <a:r>
              <a:rPr lang="id-ID" sz="2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id-ID" sz="2000" i="1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id-ID" sz="2000" i="1" dirty="0" err="1">
                <a:solidFill>
                  <a:srgbClr val="000000"/>
                </a:solidFill>
                <a:effectLst/>
                <a:latin typeface="+mn-lt"/>
              </a:rPr>
              <a:t>Boehm’s</a:t>
            </a:r>
            <a:r>
              <a:rPr lang="id-ID" sz="2000" i="1" dirty="0">
                <a:solidFill>
                  <a:srgbClr val="000000"/>
                </a:solidFill>
                <a:effectLst/>
                <a:latin typeface="+mn-lt"/>
              </a:rPr>
              <a:t> First Law, </a:t>
            </a:r>
            <a:r>
              <a:rPr lang="id-ID" sz="2000" i="1" dirty="0" err="1">
                <a:solidFill>
                  <a:srgbClr val="000000"/>
                </a:solidFill>
                <a:effectLst/>
                <a:latin typeface="+mn-lt"/>
              </a:rPr>
              <a:t>Endres</a:t>
            </a:r>
            <a:r>
              <a:rPr lang="id-ID" sz="2000" i="1" dirty="0">
                <a:solidFill>
                  <a:srgbClr val="000000"/>
                </a:solidFill>
                <a:effectLst/>
                <a:latin typeface="+mn-lt"/>
              </a:rPr>
              <a:t>, 2013)</a:t>
            </a:r>
            <a:endParaRPr lang="en-US" sz="2000" i="1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66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141968"/>
            <a:ext cx="10515600" cy="1325563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dirty="0"/>
              <a:t>RAD: Throw-Away Prototyping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18303" y="1736274"/>
            <a:ext cx="8860290" cy="5105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474222" y="1143000"/>
            <a:ext cx="618759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Use prototypes only </a:t>
            </a:r>
            <a:r>
              <a:rPr lang="en-US" sz="2200" dirty="0">
                <a:effectLst/>
                <a:latin typeface="+mn-lt"/>
              </a:rPr>
              <a:t>to understand requirements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</a:rPr>
              <a:t>Example: </a:t>
            </a:r>
            <a:r>
              <a:rPr lang="en-US" sz="2000" dirty="0">
                <a:solidFill>
                  <a:srgbClr val="0070C0"/>
                </a:solidFill>
                <a:effectLst/>
                <a:latin typeface="+mn-lt"/>
              </a:rPr>
              <a:t>use html to show UI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Prototype is </a:t>
            </a:r>
            <a:r>
              <a:rPr lang="en-US" sz="2200" b="1" dirty="0">
                <a:solidFill>
                  <a:srgbClr val="C00000"/>
                </a:solidFill>
                <a:effectLst/>
                <a:latin typeface="+mn-lt"/>
              </a:rPr>
              <a:t>not </a:t>
            </a: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a working design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Once requirements are understood</a:t>
            </a:r>
            <a:r>
              <a:rPr lang="en-US" sz="2200" dirty="0">
                <a:effectLst/>
                <a:latin typeface="+mn-lt"/>
              </a:rPr>
              <a:t>, the prototypes are </a:t>
            </a:r>
            <a:r>
              <a:rPr lang="en-US" sz="2200" dirty="0">
                <a:solidFill>
                  <a:srgbClr val="C00000"/>
                </a:solidFill>
                <a:effectLst/>
                <a:latin typeface="+mn-lt"/>
              </a:rPr>
              <a:t>thrown away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989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Agile Development</a:t>
            </a:r>
            <a:endParaRPr lang="id-ID"/>
          </a:p>
        </p:txBody>
      </p:sp>
      <p:pic>
        <p:nvPicPr>
          <p:cNvPr id="6" name="Picture 5" descr="Blue arrows pointing at a red button">
            <a:extLst>
              <a:ext uri="{FF2B5EF4-FFF2-40B4-BE49-F238E27FC236}">
                <a16:creationId xmlns:a16="http://schemas.microsoft.com/office/drawing/2014/main" id="{6FE7EF3E-CF46-4BA6-479E-D4E3D2431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65" b="16043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74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6612" y="209096"/>
            <a:ext cx="3932237" cy="76200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dirty="0"/>
              <a:t>Agile Development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066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1C0D4DB-794A-7978-C59F-9697826E0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123534"/>
              </p:ext>
            </p:extLst>
          </p:nvPr>
        </p:nvGraphicFramePr>
        <p:xfrm>
          <a:off x="990600" y="987425"/>
          <a:ext cx="10364788" cy="5368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24726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762000" y="406400"/>
            <a:ext cx="836295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Agile Process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8E49EBB6-6810-F271-B5E9-F9DBF7E8F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768" y="1171575"/>
            <a:ext cx="8621547" cy="49371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395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Methodology Selection Strategy</a:t>
            </a:r>
            <a:endParaRPr lang="id-ID"/>
          </a:p>
        </p:txBody>
      </p:sp>
      <p:pic>
        <p:nvPicPr>
          <p:cNvPr id="6" name="Picture 5" descr="Person writing on a notepad">
            <a:extLst>
              <a:ext uri="{FF2B5EF4-FFF2-40B4-BE49-F238E27FC236}">
                <a16:creationId xmlns:a16="http://schemas.microsoft.com/office/drawing/2014/main" id="{3543A2CC-8520-AD8B-5AB3-D02CF9DBB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59" b="25227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29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dirty="0"/>
              <a:t>Selection Factors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578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7ACE43D-2C99-D3EE-A516-B726EB8395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7857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8604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990600" y="903968"/>
            <a:ext cx="843915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Selection Factors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15000" t="11250" r="8333" b="51250"/>
          <a:stretch/>
        </p:blipFill>
        <p:spPr>
          <a:xfrm>
            <a:off x="254000" y="1752600"/>
            <a:ext cx="11684000" cy="381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59167" t="30938" r="33958" b="60624"/>
          <a:stretch/>
        </p:blipFill>
        <p:spPr>
          <a:xfrm>
            <a:off x="7848600" y="3200400"/>
            <a:ext cx="838200" cy="685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635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Structured vs Object Oriented Method</a:t>
            </a:r>
            <a:endParaRPr lang="id-ID"/>
          </a:p>
        </p:txBody>
      </p:sp>
      <p:pic>
        <p:nvPicPr>
          <p:cNvPr id="6" name="Picture 5" descr="A digital balance scale using circles">
            <a:extLst>
              <a:ext uri="{FF2B5EF4-FFF2-40B4-BE49-F238E27FC236}">
                <a16:creationId xmlns:a16="http://schemas.microsoft.com/office/drawing/2014/main" id="{3EDD9EAD-0F8A-271E-86E7-733E34D612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02" b="20901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56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685800" y="448629"/>
            <a:ext cx="836295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Structured Method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723900" y="1200507"/>
            <a:ext cx="8877300" cy="1090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C00000"/>
                </a:solidFill>
              </a:rPr>
              <a:t>Data (ERD) dan </a:t>
            </a:r>
            <a:r>
              <a:rPr lang="en-US" sz="3600" dirty="0" err="1">
                <a:solidFill>
                  <a:srgbClr val="C00000"/>
                </a:solidFill>
              </a:rPr>
              <a:t>Fungsi</a:t>
            </a:r>
            <a:r>
              <a:rPr lang="en-US" sz="3600" dirty="0">
                <a:solidFill>
                  <a:srgbClr val="C00000"/>
                </a:solidFill>
              </a:rPr>
              <a:t> (DFD) </a:t>
            </a:r>
            <a:r>
              <a:rPr lang="en-US" sz="3600" dirty="0" err="1">
                <a:solidFill>
                  <a:srgbClr val="C00000"/>
                </a:solidFill>
              </a:rPr>
              <a:t>dipisahkan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sendiri-sendiri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F9536-8459-42A0-BC11-DE3BD0697C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017921"/>
            <a:ext cx="7231980" cy="3764592"/>
          </a:xfrm>
          <a:prstGeom prst="rect">
            <a:avLst/>
          </a:prstGeom>
        </p:spPr>
      </p:pic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DE0F668-A921-4EF2-AA12-D823F73F375A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491540" y="3124200"/>
            <a:ext cx="1752600" cy="1090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sz="8000" dirty="0">
                <a:solidFill>
                  <a:srgbClr val="C00000"/>
                </a:solidFill>
                <a:effectLst/>
              </a:rPr>
              <a:t>SRS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118976A-4382-4305-84A2-7F77D820D7C3}"/>
              </a:ext>
            </a:extLst>
          </p:cNvPr>
          <p:cNvSpPr/>
          <p:nvPr/>
        </p:nvSpPr>
        <p:spPr>
          <a:xfrm>
            <a:off x="4167940" y="3428999"/>
            <a:ext cx="70886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D3A993D-FE85-45CA-9C30-29A7AA533D0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357127" y="4800600"/>
            <a:ext cx="4953000" cy="1615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sz="2000" b="1" dirty="0">
                <a:solidFill>
                  <a:srgbClr val="C00000"/>
                </a:solidFill>
                <a:effectLst/>
              </a:rPr>
              <a:t>PB</a:t>
            </a:r>
            <a:r>
              <a:rPr kumimoji="0" lang="en-US" sz="2000" dirty="0">
                <a:solidFill>
                  <a:srgbClr val="C00000"/>
                </a:solidFill>
                <a:effectLst/>
              </a:rPr>
              <a:t>: Proses </a:t>
            </a:r>
            <a:r>
              <a:rPr kumimoji="0" lang="en-US" sz="2000" dirty="0" err="1">
                <a:solidFill>
                  <a:srgbClr val="C00000"/>
                </a:solidFill>
                <a:effectLst/>
              </a:rPr>
              <a:t>Bisnis</a:t>
            </a:r>
            <a:endParaRPr kumimoji="0" lang="en-US" sz="2000" b="1" dirty="0">
              <a:solidFill>
                <a:srgbClr val="C00000"/>
              </a:solidFill>
              <a:effectLst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sz="2000" b="1" dirty="0">
                <a:solidFill>
                  <a:srgbClr val="C00000"/>
                </a:solidFill>
                <a:effectLst/>
              </a:rPr>
              <a:t>SRS</a:t>
            </a:r>
            <a:r>
              <a:rPr kumimoji="0" lang="en-US" sz="2000" dirty="0">
                <a:solidFill>
                  <a:srgbClr val="C00000"/>
                </a:solidFill>
                <a:effectLst/>
              </a:rPr>
              <a:t>: Software Requirement Specifications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sz="2000" b="1" dirty="0">
                <a:solidFill>
                  <a:srgbClr val="C00000"/>
                </a:solidFill>
                <a:effectLst/>
              </a:rPr>
              <a:t>ERD</a:t>
            </a:r>
            <a:r>
              <a:rPr kumimoji="0" lang="en-US" sz="2000" dirty="0">
                <a:solidFill>
                  <a:srgbClr val="C00000"/>
                </a:solidFill>
                <a:effectLst/>
              </a:rPr>
              <a:t>: Entity Relationship Diagram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sz="2000" b="1" dirty="0">
                <a:solidFill>
                  <a:srgbClr val="C00000"/>
                </a:solidFill>
                <a:effectLst/>
              </a:rPr>
              <a:t>DFD</a:t>
            </a:r>
            <a:r>
              <a:rPr kumimoji="0" lang="en-US" sz="2000" dirty="0">
                <a:solidFill>
                  <a:srgbClr val="C00000"/>
                </a:solidFill>
                <a:effectLst/>
              </a:rPr>
              <a:t>: Data Flow Diagram</a:t>
            </a:r>
          </a:p>
        </p:txBody>
      </p:sp>
      <p:sp>
        <p:nvSpPr>
          <p:cNvPr id="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08197C9-2F0F-6459-D065-38C05373EA6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44380" y="3138331"/>
            <a:ext cx="1752600" cy="1090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sz="8000" dirty="0">
                <a:solidFill>
                  <a:srgbClr val="C00000"/>
                </a:solidFill>
                <a:effectLst/>
              </a:rPr>
              <a:t>PB</a:t>
            </a:r>
          </a:p>
        </p:txBody>
      </p:sp>
      <p:sp>
        <p:nvSpPr>
          <p:cNvPr id="9" name="Arrow: Right 4">
            <a:extLst>
              <a:ext uri="{FF2B5EF4-FFF2-40B4-BE49-F238E27FC236}">
                <a16:creationId xmlns:a16="http://schemas.microsoft.com/office/drawing/2014/main" id="{7EC896F0-F802-61F4-8070-77E026950CB1}"/>
              </a:ext>
            </a:extLst>
          </p:cNvPr>
          <p:cNvSpPr/>
          <p:nvPr/>
        </p:nvSpPr>
        <p:spPr>
          <a:xfrm>
            <a:off x="1676400" y="3402884"/>
            <a:ext cx="70886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001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661078"/>
            <a:ext cx="10744200" cy="91439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Object Oriented Method</a:t>
            </a:r>
            <a:br>
              <a:rPr lang="en-US" b="1" dirty="0"/>
            </a:br>
            <a:r>
              <a:rPr lang="en-US" b="1" dirty="0" err="1"/>
              <a:t>Tool</a:t>
            </a:r>
            <a:r>
              <a:rPr lang="en-US" b="1" dirty="0" err="1">
                <a:sym typeface="Wingdings" panose="05000000000000000000" pitchFamily="2" charset="2"/>
              </a:rPr>
              <a:t></a:t>
            </a:r>
            <a:r>
              <a:rPr lang="en-US" b="1" dirty="0" err="1"/>
              <a:t>Unified</a:t>
            </a:r>
            <a:r>
              <a:rPr lang="en-US" b="1" dirty="0"/>
              <a:t> Modeling Language(UML)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765987"/>
            <a:ext cx="9677400" cy="1090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C00000"/>
                </a:solidFill>
              </a:rPr>
              <a:t>Data dan </a:t>
            </a:r>
            <a:r>
              <a:rPr lang="en-US" sz="3600" dirty="0" err="1">
                <a:solidFill>
                  <a:srgbClr val="C00000"/>
                </a:solidFill>
              </a:rPr>
              <a:t>Fungsi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dijadikan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satu</a:t>
            </a:r>
            <a:r>
              <a:rPr lang="en-US" sz="3600" dirty="0">
                <a:solidFill>
                  <a:srgbClr val="C00000"/>
                </a:solidFill>
              </a:rPr>
              <a:t> yang di </a:t>
            </a:r>
            <a:r>
              <a:rPr lang="en-US" sz="3600" dirty="0" err="1">
                <a:solidFill>
                  <a:srgbClr val="C00000"/>
                </a:solidFill>
              </a:rPr>
              <a:t>enkapsulasi</a:t>
            </a:r>
            <a:r>
              <a:rPr lang="en-US" sz="3600" dirty="0">
                <a:solidFill>
                  <a:srgbClr val="C00000"/>
                </a:solidFill>
              </a:rPr>
              <a:t> pada 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9330AE-3C9B-45B0-950A-E6BD01A965CA}"/>
              </a:ext>
            </a:extLst>
          </p:cNvPr>
          <p:cNvSpPr/>
          <p:nvPr/>
        </p:nvSpPr>
        <p:spPr>
          <a:xfrm>
            <a:off x="533400" y="2935823"/>
            <a:ext cx="11125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Object Oriented Analysis (OOA) dan Object Oriented Design (OOD) </a:t>
            </a:r>
            <a:r>
              <a:rPr lang="en-US" sz="2400" dirty="0" err="1">
                <a:effectLst/>
                <a:latin typeface="+mn-lt"/>
              </a:rPr>
              <a:t>dari</a:t>
            </a:r>
            <a:r>
              <a:rPr lang="en-US" sz="2400" dirty="0">
                <a:effectLst/>
                <a:latin typeface="+mn-lt"/>
              </a:rPr>
              <a:t> Peter Coad dan Edward Yourdon [1990].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Object Modeling Technique (OMT) dan James Rumbaugh, Michael Blaha, William </a:t>
            </a:r>
            <a:r>
              <a:rPr lang="en-US" sz="2400" dirty="0" err="1">
                <a:effectLst/>
                <a:latin typeface="+mn-lt"/>
              </a:rPr>
              <a:t>Premerlan</a:t>
            </a:r>
            <a:r>
              <a:rPr lang="en-US" sz="2400" dirty="0">
                <a:effectLst/>
                <a:latin typeface="+mn-lt"/>
              </a:rPr>
              <a:t>, Frederick Eddy dan William </a:t>
            </a:r>
            <a:r>
              <a:rPr lang="en-US" sz="2400" dirty="0" err="1">
                <a:effectLst/>
                <a:latin typeface="+mn-lt"/>
              </a:rPr>
              <a:t>Lorensen</a:t>
            </a:r>
            <a:r>
              <a:rPr lang="en-US" sz="2400" dirty="0">
                <a:effectLst/>
                <a:latin typeface="+mn-lt"/>
              </a:rPr>
              <a:t> [1991].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Object-Oriented Software Engineering (OOSE) Ivar Jacobson [2000].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+mn-lt"/>
              </a:rPr>
              <a:t>Booch</a:t>
            </a:r>
            <a:r>
              <a:rPr lang="en-US" sz="2400" dirty="0">
                <a:effectLst/>
                <a:latin typeface="+mn-lt"/>
              </a:rPr>
              <a:t> Method dan Grady </a:t>
            </a:r>
            <a:r>
              <a:rPr lang="en-US" sz="2400" dirty="0" err="1">
                <a:effectLst/>
                <a:latin typeface="+mn-lt"/>
              </a:rPr>
              <a:t>Booch</a:t>
            </a:r>
            <a:r>
              <a:rPr lang="en-US" sz="2400" dirty="0">
                <a:effectLst/>
                <a:latin typeface="+mn-lt"/>
              </a:rPr>
              <a:t> [1994].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+mn-lt"/>
              </a:rPr>
              <a:t>Sritrop</a:t>
            </a:r>
            <a:r>
              <a:rPr lang="en-US" sz="2400" dirty="0">
                <a:effectLst/>
                <a:latin typeface="+mn-lt"/>
              </a:rPr>
              <a:t> dan Steve Cook dan John Daniels [1994].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Rational Unified Process (RUP) Rational Software Corporation [2003]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Iconix Process [2011]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…</a:t>
            </a:r>
            <a:r>
              <a:rPr lang="en-US" sz="2400" dirty="0" err="1">
                <a:effectLst/>
                <a:latin typeface="+mn-lt"/>
              </a:rPr>
              <a:t>etc</a:t>
            </a:r>
            <a:endParaRPr lang="en-US" sz="2400" dirty="0">
              <a:effectLst/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014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752600" y="480160"/>
            <a:ext cx="836295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Self Explore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2152650" y="1347632"/>
            <a:ext cx="7886700" cy="10907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8000" dirty="0">
                <a:solidFill>
                  <a:srgbClr val="C00000"/>
                </a:solidFill>
              </a:rPr>
              <a:t>ICONIX PROCESS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1F2166-F984-4B8E-B9DC-857621ED3B4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400"/>
          <a:stretch/>
        </p:blipFill>
        <p:spPr>
          <a:xfrm>
            <a:off x="381000" y="1132622"/>
            <a:ext cx="3756625" cy="2017104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BE4AC14-B081-456F-BB54-B88750670C7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7696200" y="2770974"/>
            <a:ext cx="2617012" cy="962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sz="8800" b="1" dirty="0">
                <a:effectLst/>
              </a:rPr>
              <a:t>2011</a:t>
            </a:r>
          </a:p>
        </p:txBody>
      </p:sp>
      <p:pic>
        <p:nvPicPr>
          <p:cNvPr id="1026" name="Picture 2" descr="ICONIX Process (click for a larger image)">
            <a:extLst>
              <a:ext uri="{FF2B5EF4-FFF2-40B4-BE49-F238E27FC236}">
                <a16:creationId xmlns:a16="http://schemas.microsoft.com/office/drawing/2014/main" id="{AA8E6CA5-84CC-2E73-1666-D22B5B464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777" y="1132622"/>
            <a:ext cx="8089423" cy="4907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510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3ac9f345fdf983e327b20719397f37ff82f523"/>
  <p:tag name="ISPRING_UUID" val="{173FEEAF-07B8-4F32-804F-13320D0A6961}"/>
  <p:tag name="ISPRING_RESOURCE_FOLDER" val="D:\RSWLecture\romi-sad\romi-sad-01-introduction-march2014\"/>
  <p:tag name="ISPRING_PRESENTATION_PATH" val="D:\RSWLecture\romi-sad\romi-sad-01-introduction-march2014.pptx"/>
  <p:tag name="ISPRING_PROJECT_FOLDER_UPDATED" val="1"/>
  <p:tag name="ISPRING_PRESENTATION_INFO" val="&lt;?xml version=&quot;1.0&quot; encoding=&quot;UTF-8&quot; standalone=&quot;no&quot; ?&gt;&#10;&lt;presentation&gt;&#10;&#10;  &lt;slides&gt;&#10;    &lt;slide duration=&quot;17770&quot; id=&quot;{8940E4F3-3071-48F7-B28A-62138EBD7D00}&quot; pptId=&quot;2077&quot; transitionDuration=&quot;1100&quot;/&gt;&#10;    &lt;slide duration=&quot;11525&quot; id=&quot;{360A3AD9-5906-41B1-8B9A-773C8B6B687F}&quot; pptId=&quot;2078&quot; transitionDuration=&quot;1100&quot;/&gt;&#10;    &lt;slide duration=&quot;9434&quot; id=&quot;{7B393698-62D3-4484-B3F4-C9BE8F5844A8}&quot; pptId=&quot;2086&quot; transitionDuration=&quot;1100&quot;/&gt;&#10;    &lt;slide duration=&quot;350&quot; id=&quot;{D07F1C03-FD0A-441B-BED0-472C12C901B7}&quot; pptId=&quot;1899&quot; transitionDuration=&quot;1100&quot;/&gt;&#10;    &lt;slide duration=&quot;5162&quot; id=&quot;{DF05C9A8-CD4B-44D9-B032-D3A7FDD12DB4}&quot; pptId=&quot;1900&quot; transitionDuration=&quot;1100&quot;/&gt;&#10;    &lt;slide duration=&quot;593&quot; id=&quot;{89FE0EFE-BC5C-4E4D-AF73-7B8DD9280856}&quot; pptId=&quot;2156&quot; transitionDuration=&quot;1100&quot;/&gt;&#10;    &lt;slide duration=&quot;597&quot; id=&quot;{FA7A037A-87B4-480D-816D-B8898DE5F424}&quot; pptId=&quot;2138&quot; transitionDuration=&quot;1100&quot;/&gt;&#10;    &lt;slide duration=&quot;653&quot; id=&quot;{3E665B32-E2F6-4815-B4DA-B974C97A8F5E}&quot; pptId=&quot;1122&quot; transitionDuration=&quot;1100&quot;/&gt;&#10;    &lt;slide duration=&quot;2936&quot; id=&quot;{D8F870AF-0A19-4BC3-81B7-0CB42DE62B92}&quot; pptId=&quot;1905&quot; transitionDuration=&quot;1100&quot;/&gt;&#10;    &lt;slide duration=&quot;3&quot; id=&quot;{F67B1CAF-DA20-4296-992B-DEFE8FF2D676}&quot; pptId=&quot;1123&quot; transitionDuration=&quot;1100&quot;/&gt;&#10;    &lt;slide duration=&quot;509&quot; id=&quot;{4C8EDCA8-7A1C-43C8-9A45-22E172710301}&quot; pptId=&quot;1748&quot; transitionDuration=&quot;1100&quot;/&gt;&#10;    &lt;slide duration=&quot;394&quot; id=&quot;{509FC186-B363-4BF6-9876-64E3FC630264}&quot; pptId=&quot;2083&quot; transitionDuration=&quot;1100&quot;/&gt;&#10;    &lt;slide duration=&quot;1292&quot; id=&quot;{EB9B4674-C363-4B5A-B811-AC956226ED79}&quot; pptId=&quot;2084&quot; transitionDuration=&quot;1100&quot;/&gt;&#10;    &lt;slide duration=&quot;9270&quot; id=&quot;{CD6BBE6F-18A5-4F79-9F65-BAC721F64A0D}&quot; pptId=&quot;1985&quot; transitionDuration=&quot;1100&quot;/&gt;&#10;    &lt;slide duration=&quot;5000&quot; id=&quot;{A314F5FB-25B4-4B45-93D5-98244C9CD915}&quot; pptId=&quot;1841&quot; transitionDuration=&quot;1100&quot;/&gt;&#10;    &lt;slide duration=&quot;5000&quot; id=&quot;{A724FEE7-741C-41D6-A612-CC698E0B6565}&quot; pptId=&quot;2157&quot; transitionDuration=&quot;1100&quot;/&gt;&#10;    &lt;slide duration=&quot;5001&quot; id=&quot;{B21331FA-75AA-4A8E-A839-8A89E04D7F56}&quot; pptId=&quot;1843&quot; transitionDuration=&quot;1100&quot;/&gt;&#10;    &lt;slide duration=&quot;5002&quot; id=&quot;{BC868EF3-1E45-431E-8E55-5A5F50662F64}&quot; pptId=&quot;1844&quot; transitionDuration=&quot;1100&quot;/&gt;&#10;    &lt;slide duration=&quot;5001&quot; id=&quot;{EA601133-D8BA-44A6-AA01-D257B1462DF9}&quot; pptId=&quot;1845&quot; transitionDuration=&quot;1100&quot;/&gt;&#10;    &lt;slide duration=&quot;6001&quot; id=&quot;{BE9FED36-6217-41E2-9A68-CEFF93AF3C62}&quot; pptId=&quot;1846&quot; transitionDuration=&quot;1100&quot;/&gt;&#10;    &lt;slide duration=&quot;5001&quot; id=&quot;{27863271-87F7-484E-90D0-A7614EAA1E21}&quot; pptId=&quot;1847&quot; transitionDuration=&quot;1100&quot;/&gt;&#10;    &lt;slide duration=&quot;5000&quot; id=&quot;{F453DBE6-7DD4-4B52-BBB6-E62909A868D1}&quot; pptId=&quot;2140&quot; transitionDuration=&quot;1100&quot;/&gt;&#10;    &lt;slide duration=&quot;5000&quot; id=&quot;{257E4E6E-675C-48FC-94DC-AFDD63D98695}&quot; pptId=&quot;1984&quot; transitionDuration=&quot;1100&quot;/&gt;&#10;    &lt;slide duration=&quot;5000&quot; id=&quot;{BE4C8FDD-ED6E-4BD1-A54C-0870C7403923}&quot; pptId=&quot;1749&quot; transitionDuration=&quot;1100&quot;/&gt;&#10;    &lt;slide duration=&quot;8001&quot; id=&quot;{17C8DC01-E322-4B9C-A5DC-3FEB5C18BC6B}&quot; pptId=&quot;1687&quot; transitionDuration=&quot;1100&quot;/&gt;&#10;    &lt;slide duration=&quot;9001&quot; id=&quot;{35AF663A-3EF5-424B-9E02-ABD9A6393937}&quot; pptId=&quot;1754&quot; transitionDuration=&quot;1100&quot;/&gt;&#10;    &lt;slide duration=&quot;8002&quot; id=&quot;{5BB14AED-EED1-463A-9DF9-AEB7B6DC7AC9}&quot; pptId=&quot;1756&quot; transitionDuration=&quot;1100&quot;/&gt;&#10;    &lt;slide duration=&quot;14001&quot; id=&quot;{7EFE1063-9871-4F26-8659-F394E87862AF}&quot; pptId=&quot;1760&quot; transitionDuration=&quot;1100&quot;/&gt;&#10;    &lt;slide duration=&quot;11001&quot; id=&quot;{6F5F1ED6-BB81-4A82-94B9-67BDCCCFAA4A}&quot; pptId=&quot;1764&quot; transitionDuration=&quot;1100&quot;/&gt;&#10;    &lt;slide duration=&quot;5000&quot; id=&quot;{D658088B-6D18-451F-8FAA-2CB8F37101E0}&quot; pptId=&quot;1982&quot; transitionDuration=&quot;1100&quot;/&gt;&#10;    &lt;slide duration=&quot;5000&quot; id=&quot;{684D0899-EF23-4EE2-A9E9-C6D536FCF763}&quot; pptId=&quot;2139&quot; transitionDuration=&quot;1100&quot;/&gt;&#10;    &lt;slide duration=&quot;5000&quot; id=&quot;{63ED0344-AAEE-45F7-BD81-8B2DFE2E1C47}&quot; pptId=&quot;1819&quot; transitionDuration=&quot;1100&quot;/&gt;&#10;    &lt;slide duration=&quot;2001&quot; id=&quot;{E176A61C-1B33-41EA-BBD0-EA5075740D39}&quot; pptId=&quot;1769&quot; transitionDuration=&quot;1100&quot;/&gt;&#10;    &lt;slide duration=&quot;10002&quot; id=&quot;{F7E04ADD-ABBC-4BEA-94C1-814E2117A447}&quot; pptId=&quot;1824&quot; transitionDuration=&quot;1100&quot;/&gt;&#10;    &lt;slide duration=&quot;2001&quot; id=&quot;{D5E3973C-27B4-40DC-9F90-277E7BFF897C}&quot; pptId=&quot;1770&quot; transitionDuration=&quot;1100&quot;/&gt;&#10;    &lt;slide duration=&quot;5000&quot; id=&quot;{29D102EF-3331-4542-8999-C4FD3CCD08C1}&quot; pptId=&quot;1771&quot; transitionDuration=&quot;1100&quot;/&gt;&#10;    &lt;slide duration=&quot;5000&quot; id=&quot;{79FE6C1B-BE9B-41F0-9C83-8A30895A1E50}&quot; pptId=&quot;1772&quot; transitionDuration=&quot;1100&quot;/&gt;&#10;    &lt;slide duration=&quot;4001&quot; id=&quot;{F4BB6D2D-A26D-49B6-82B3-CA1A6541E001}&quot; pptId=&quot;1773&quot; transitionDuration=&quot;1100&quot;/&gt;&#10;    &lt;slide duration=&quot;5000&quot; id=&quot;{9BE941CE-F82C-4ABF-BD24-D6A3F9537FEE}&quot; pptId=&quot;1774&quot; transitionDuration=&quot;1100&quot;/&gt;&#10;    &lt;slide duration=&quot;6001&quot; id=&quot;{684906D1-EDF8-4781-9313-EE4A823F2350}&quot; pptId=&quot;1825&quot; transitionDuration=&quot;1100&quot;/&gt;&#10;    &lt;slide duration=&quot;5000&quot; id=&quot;{B89F932C-F070-4142-97F4-928497C3C3F5}&quot; pptId=&quot;1776&quot; transitionDuration=&quot;1100&quot;/&gt;&#10;    &lt;slide duration=&quot;4001&quot; id=&quot;{09A42E43-9CC6-4175-8898-D82FFD245166}&quot; pptId=&quot;1777&quot; transitionDuration=&quot;1100&quot;/&gt;&#10;    &lt;slide duration=&quot;5000&quot; id=&quot;{C973F428-91D2-4265-8825-C8C548670ABA}&quot; pptId=&quot;1907&quot; transitionDuration=&quot;1100&quot;/&gt;&#10;    &lt;slide duration=&quot;5000&quot; id=&quot;{F8C50E5A-0646-4019-8BA5-3D5B42780573}&quot; pptId=&quot;1778&quot; transitionDuration=&quot;1100&quot;/&gt;&#10;    &lt;slide duration=&quot;5001&quot; id=&quot;{21C8378C-09D8-44B1-89B4-3F97C61834F9}&quot; pptId=&quot;1779&quot; transitionDuration=&quot;1100&quot;/&gt;&#10;    &lt;slide duration=&quot;5000&quot; id=&quot;{76B4BAEB-D983-49AE-8B2D-8981A21252F9}&quot; pptId=&quot;1780&quot; transitionDuration=&quot;1100&quot;/&gt;&#10;    &lt;slide duration=&quot;5000&quot; id=&quot;{CA8DA518-9122-452E-8CEF-98B8BBF4C5ED}&quot; pptId=&quot;1781&quot; transitionDuration=&quot;1100&quot;/&gt;&#10;    &lt;slide duration=&quot;5001&quot; id=&quot;{7439BC6C-744F-4E02-B1C9-43E127427C58}&quot; pptId=&quot;1782&quot; transitionDuration=&quot;1100&quot;/&gt;&#10;    &lt;slide duration=&quot;5000&quot; id=&quot;{4C984B25-D45F-417D-BCC1-76290428A733}&quot; pptId=&quot;1783&quot; transitionDuration=&quot;1100&quot;/&gt;&#10;    &lt;slide duration=&quot;8001&quot; id=&quot;{27996CC3-628D-4D93-A73A-94E00389E575}&quot; pptId=&quot;1784&quot; transitionDuration=&quot;1100&quot;/&gt;&#10;    &lt;slide duration=&quot;5001&quot; id=&quot;{2F933BA9-1887-4D01-8F48-C4BCD4E681A9}&quot; pptId=&quot;1786&quot; transitionDuration=&quot;1100&quot;/&gt;&#10;    &lt;slide duration=&quot;5000&quot; id=&quot;{4B76BF79-D85A-4A9F-A439-1996C59680C9}&quot; pptId=&quot;1788&quot; transitionDuration=&quot;1100&quot;/&gt;&#10;    &lt;slide duration=&quot;5000&quot; id=&quot;{21C1F53F-F50A-4CFC-9716-3A3EA7FF085F}&quot; pptId=&quot;2160&quot; transitionDuration=&quot;1100&quot;/&gt;&#10;    &lt;slide duration=&quot;5000&quot; id=&quot;{4CE22513-B428-4A0F-9FDA-CE7CF8985F1A}&quot; pptId=&quot;2163&quot; transitionDuration=&quot;1100&quot;/&gt;&#10;    &lt;slide duration=&quot;5000&quot; id=&quot;{1A48761F-EDAD-4609-B20A-0495B013B707}&quot; pptId=&quot;2162&quot; transitionDuration=&quot;1100&quot;/&gt;&#10;    &lt;slide duration=&quot;5000&quot; id=&quot;{EEB0EEBF-A449-4458-9E60-19E1F04E6B7C}&quot; pptId=&quot;2161&quot; transitionDuration=&quot;1100&quot;/&gt;&#10;    &lt;slide duration=&quot;5000&quot; id=&quot;{1415C5A2-E00C-47E8-8168-3CCF4C266B39}&quot; pptId=&quot;2164&quot; transitionDuration=&quot;1100&quot;/&gt;&#10;    &lt;slide duration=&quot;5000&quot; id=&quot;{F04A20FF-F03A-4F26-83E4-63CDF520992F}&quot; pptId=&quot;2166&quot; transitionDuration=&quot;1100&quot;/&gt;&#10;    &lt;slide duration=&quot;5000&quot; id=&quot;{60707343-0E9E-4AD4-A6E2-BEDAC94A6E2F}&quot; pptId=&quot;2158&quot; transitionDuration=&quot;1100&quot;/&gt;&#10;    &lt;slide duration=&quot;6001&quot; id=&quot;{51996CB0-CD4B-4048-8D55-7E79D98FA4FB}&quot; pptId=&quot;1789&quot; transitionDuration=&quot;1100&quot;/&gt;&#10;    &lt;slide duration=&quot;1&quot; id=&quot;{D682A2C1-7507-4247-A7F4-DC8338079090}&quot; pptId=&quot;1986&quot; transitionDuration=&quot;1100&quot;/&gt;&#10;    &lt;slide duration=&quot;1&quot; id=&quot;{01D3AEDA-AF7B-4A3B-9D80-FF44969F9677}&quot; pptId=&quot;1988&quot; transitionDuration=&quot;1100&quot;/&gt;&#10;    &lt;slide duration=&quot;5000&quot; id=&quot;{B9E91D1A-3913-485E-ABF4-00BB8F932747}&quot; pptId=&quot;1826&quot; transitionDuration=&quot;1100&quot;/&gt;&#10;    &lt;slide duration=&quot;1&quot; id=&quot;{848B9E71-A9F2-4477-A499-59E4D47BD7F4}&quot; pptId=&quot;2019&quot; transitionDuration=&quot;1100&quot;/&gt;&#10;    &lt;slide duration=&quot;9001&quot; id=&quot;{1F1926BC-18F5-47E0-A839-D1E4CD2A2CB6}&quot; pptId=&quot;2020&quot; transitionDuration=&quot;1100&quot;/&gt;&#10;    &lt;slide duration=&quot;10001&quot; id=&quot;{66CAF7CE-9226-49CE-9F99-B1618B9F508A}&quot; pptId=&quot;2021&quot; transitionDuration=&quot;1100&quot;/&gt;&#10;    &lt;slide duration=&quot;7001&quot; id=&quot;{610115A1-0CE6-476F-92C4-648958D08B64}&quot; pptId=&quot;2022&quot; transitionDuration=&quot;1100&quot;/&gt;&#10;    &lt;slide duration=&quot;2501&quot; id=&quot;{B675ED67-8003-4B21-9970-8B59D3641771}&quot; pptId=&quot;2023&quot; transitionDuration=&quot;1100&quot;/&gt;&#10;    &lt;slide duration=&quot;5000&quot; id=&quot;{2D49B632-73AC-4158-A55B-1E663CBD6E54}&quot; pptId=&quot;2024&quot; transitionDuration=&quot;1100&quot;/&gt;&#10;    &lt;slide duration=&quot;5000&quot; id=&quot;{45D5CFA8-4FF5-4579-96E3-CEC7D254FC27}&quot; pptId=&quot;2025&quot; transitionDuration=&quot;1100&quot;/&gt;&#10;    &lt;slide duration=&quot;501&quot; id=&quot;{D66ABDE8-4797-4910-A045-0A5EE10FE50C}&quot; pptId=&quot;2026&quot; transitionDuration=&quot;1100&quot;/&gt;&#10;    &lt;slide duration=&quot;1&quot; id=&quot;{EBBCF299-46C3-44E9-A42F-504C643BCBEC}&quot; pptId=&quot;2027&quot; transitionDuration=&quot;1100&quot;/&gt;&#10;    &lt;slide duration=&quot;1&quot; id=&quot;{969F5BC8-05E0-43AE-A15D-C2C75B83572B}&quot; pptId=&quot;2028&quot; transitionDuration=&quot;1100&quot;/&gt;&#10;    &lt;slide duration=&quot;1&quot; id=&quot;{514ABFC7-96C2-4F6E-BB17-FA6CAAC28A2A}&quot; pptId=&quot;2029&quot; transitionDuration=&quot;1100&quot;/&gt;&#10;    &lt;slide duration=&quot;1&quot; id=&quot;{B36F9EDD-7003-46C8-9AA7-6D4B18C777F5}&quot; pptId=&quot;2030&quot; transitionDuration=&quot;1100&quot;/&gt;&#10;    &lt;slide duration=&quot;1&quot; id=&quot;{588D68CD-D34C-4BC1-987D-1F7E4291DE07}&quot; pptId=&quot;2031&quot; transitionDuration=&quot;1100&quot;/&gt;&#10;    &lt;slide duration=&quot;1&quot; id=&quot;{DE18F053-E529-4863-97F4-14DB4406D666}&quot; pptId=&quot;2032&quot; transitionDuration=&quot;1100&quot;/&gt;&#10;    &lt;slide duration=&quot;1&quot; id=&quot;{4A9FCC85-F3E2-4EFA-A15A-8242CF29CA39}&quot; pptId=&quot;2033&quot; transitionDuration=&quot;1100&quot;/&gt;&#10;    &lt;slide duration=&quot;1&quot; id=&quot;{452C1C45-66E4-4EC3-A6AA-12510A3C30AA}&quot; pptId=&quot;2034&quot; transitionDuration=&quot;1100&quot;/&gt;&#10;    &lt;slide duration=&quot;1&quot; id=&quot;{1C2C88A2-0F6B-4AA3-BE11-1EB0C1120E40}&quot; pptId=&quot;2035&quot; transitionDuration=&quot;1100&quot;/&gt;&#10;    &lt;slide duration=&quot;1&quot; id=&quot;{B14D17DA-06EE-4F01-A6A8-5A5500973441}&quot; pptId=&quot;2036&quot; transitionDuration=&quot;1100&quot;/&gt;&#10;    &lt;slide duration=&quot;1&quot; id=&quot;{E5B1D10D-481A-448D-919B-05B4DB99B7C3}&quot; pptId=&quot;2037&quot; transitionDuration=&quot;1100&quot;/&gt;&#10;    &lt;slide duration=&quot;2&quot; id=&quot;{E5BE88BA-78C1-4060-8DEC-DF122E784D71}&quot; pptId=&quot;2038&quot; transitionDuration=&quot;1100&quot;/&gt;&#10;    &lt;slide duration=&quot;1&quot; id=&quot;{97A106BE-3056-430A-A397-B82ED80798E6}&quot; pptId=&quot;2039&quot; transitionDuration=&quot;1100&quot;/&gt;&#10;    &lt;slide duration=&quot;1&quot; id=&quot;{CEA05991-1CDB-465A-8BDF-06F179920F12}&quot; pptId=&quot;2040&quot; transitionDuration=&quot;1100&quot;/&gt;&#10;    &lt;slide duration=&quot;1&quot; id=&quot;{6A704A48-826C-49B8-A937-2FFE33819C93}&quot; pptId=&quot;2041&quot; transitionDuration=&quot;1100&quot;/&gt;&#10;    &lt;slide duration=&quot;1&quot; id=&quot;{41CFC89E-8933-4747-8D63-FA49329C3020}&quot; pptId=&quot;2042&quot; transitionDuration=&quot;1100&quot;/&gt;&#10;    &lt;slide duration=&quot;1&quot; id=&quot;{67D99CB2-39CA-4690-9849-80A4FA74C30B}&quot; pptId=&quot;2043&quot; transitionDuration=&quot;1100&quot;/&gt;&#10;    &lt;slide duration=&quot;1&quot; id=&quot;{76BDEF4A-9A17-4D6A-A547-9FB7BAD6152D}&quot; pptId=&quot;2044&quot; transitionDuration=&quot;1100&quot;/&gt;&#10;    &lt;slide duration=&quot;1&quot; id=&quot;{12811FFD-15EA-4EB4-9410-1623C226A13B}&quot; pptId=&quot;2045&quot; transitionDuration=&quot;1100&quot;/&gt;&#10;    &lt;slide duration=&quot;1&quot; id=&quot;{3670985B-D2B4-490C-B444-3C5858376DCF}&quot; pptId=&quot;2046&quot; transitionDuration=&quot;1100&quot;/&gt;&#10;    &lt;slide duration=&quot;1&quot; id=&quot;{ADFFD73D-6321-4D1A-ACFF-815990F81CE4}&quot; pptId=&quot;2047&quot; transitionDuration=&quot;1100&quot;/&gt;&#10;    &lt;slide duration=&quot;1&quot; id=&quot;{79AC17DF-CBD2-4B7B-A5A9-A319B6B614B6}&quot; pptId=&quot;2048&quot; transitionDuration=&quot;1100&quot;/&gt;&#10;    &lt;slide duration=&quot;1&quot; id=&quot;{B7427B73-1BD8-40B7-A7EA-24D90C6BFFB9}&quot; pptId=&quot;2049&quot; transitionDuration=&quot;1100&quot;/&gt;&#10;    &lt;slide duration=&quot;1&quot; id=&quot;{B2FEFC11-2E1B-4C73-ABF5-99D2E27DAF69}&quot; pptId=&quot;2050&quot; transitionDuration=&quot;1100&quot;/&gt;&#10;    &lt;slide duration=&quot;5001&quot; id=&quot;{220DC62A-B197-4122-8DDC-62061FC71154}&quot; pptId=&quot;2051&quot; transitionDuration=&quot;1100&quot;/&gt;&#10;    &lt;slide duration=&quot;1&quot; id=&quot;{2766F244-7ACE-4F34-B177-14BAE510572F}&quot; pptId=&quot;2052&quot; transitionDuration=&quot;1100&quot;/&gt;&#10;    &lt;slide duration=&quot;1&quot; id=&quot;{D2116765-6E94-4AFD-ABD3-1E0BEE833CAB}&quot; pptId=&quot;2053&quot; transitionDuration=&quot;1100&quot;/&gt;&#10;    &lt;slide duration=&quot;1&quot; id=&quot;{8C3A08CB-068A-4863-BB29-EAFCF363F073}&quot; pptId=&quot;2054&quot; transitionDuration=&quot;1100&quot;/&gt;&#10;    &lt;slide duration=&quot;1&quot; id=&quot;{AA2BAFB8-F4E1-41B1-AF66-1961B84E4062}&quot; pptId=&quot;2055&quot; transitionDuration=&quot;1100&quot;/&gt;&#10;    &lt;slide duration=&quot;4001&quot; id=&quot;{A0B80668-E2BB-4317-9078-3F59FD825B48}&quot; pptId=&quot;2056&quot; transitionDuration=&quot;1100&quot;/&gt;&#10;    &lt;slide duration=&quot;1&quot; id=&quot;{DE9A8886-2B43-4625-80A1-AF88DF7BEAF2}&quot; pptId=&quot;2057&quot; transitionDuration=&quot;1100&quot;/&gt;&#10;    &lt;slide duration=&quot;1&quot; id=&quot;{9C67AB78-9421-4169-BA44-FFBF1DF3576D}&quot; pptId=&quot;2058&quot; transitionDuration=&quot;1100&quot;/&gt;&#10;    &lt;slide duration=&quot;7001&quot; id=&quot;{BCC9EE7D-FB7C-4374-8C27-F695F54BADE7}&quot; pptId=&quot;2059&quot; transitionDuration=&quot;1100&quot;/&gt;&#10;    &lt;slide duration=&quot;1&quot; id=&quot;{C99CD44A-B67B-4154-959D-9905CDE924EC}&quot; pptId=&quot;2060&quot; transitionDuration=&quot;1100&quot;/&gt;&#10;    &lt;slide duration=&quot;1&quot; id=&quot;{3BC7D0C2-B639-4169-AA11-0899F6A7B7B8}&quot; pptId=&quot;2061&quot; transitionDuration=&quot;1100&quot;/&gt;&#10;    &lt;slide duration=&quot;3001&quot; id=&quot;{570B5A1D-87B9-4376-A18B-EDC58D430082}&quot; pptId=&quot;2062&quot; transitionDuration=&quot;1100&quot;/&gt;&#10;    &lt;slide duration=&quot;1&quot; id=&quot;{6A417D21-635E-4618-8C70-DD65CF3BEB95}&quot; pptId=&quot;2063&quot; transitionDuration=&quot;1100&quot;/&gt;&#10;    &lt;slide duration=&quot;1&quot; id=&quot;{3E2A4EEA-E942-46E2-91C8-81ABFA47FC80}&quot; pptId=&quot;2064&quot; transitionDuration=&quot;1100&quot;/&gt;&#10;    &lt;slide duration=&quot;1&quot; id=&quot;{57E930EE-CCC4-415B-B18A-00ACF5332DD5}&quot; pptId=&quot;2065&quot; transitionDuration=&quot;1100&quot;/&gt;&#10;    &lt;slide duration=&quot;1&quot; id=&quot;{D122E69A-DA1C-4CEC-8812-D11F97B302C8}&quot; pptId=&quot;2066&quot; transitionDuration=&quot;1100&quot;/&gt;&#10;    &lt;slide duration=&quot;1&quot; id=&quot;{DA39065A-2477-4220-B6FD-487625B8686C}&quot; pptId=&quot;2067&quot; transitionDuration=&quot;1100&quot;/&gt;&#10;    &lt;slide duration=&quot;1&quot; id=&quot;{B07B2FFB-51CE-486C-8787-D64B6BDB9A6E}&quot; pptId=&quot;2068&quot; transitionDuration=&quot;1100&quot;/&gt;&#10;    &lt;slide duration=&quot;1&quot; id=&quot;{66BF75F7-EA57-4796-A346-B491D3EC1D7E}&quot; pptId=&quot;2069&quot; transitionDuration=&quot;1100&quot;/&gt;&#10;    &lt;slide duration=&quot;4001&quot; id=&quot;{3F3DF1F6-5AE8-4AAF-939D-E90AC6761C55}&quot; pptId=&quot;2070&quot; transitionDuration=&quot;1100&quot;/&gt;&#10;    &lt;slide duration=&quot;1001&quot; id=&quot;{1C658616-2B6D-442A-83CC-B0BC6EBA4078}&quot; pptId=&quot;2071&quot; transitionDuration=&quot;1100&quot;/&gt;&#10;    &lt;slide duration=&quot;1&quot; id=&quot;{519871B0-232E-4A1F-A4EA-03B206D4C9D2}&quot; pptId=&quot;2072&quot; transitionDuration=&quot;1100&quot;/&gt;&#10;    &lt;slide duration=&quot;1&quot; id=&quot;{C15F14BA-D604-4792-96AB-0393ABBF33F8}&quot; pptId=&quot;2073&quot; transitionDuration=&quot;1100&quot;/&gt;&#10;    &lt;slide duration=&quot;1&quot; id=&quot;{DA19E578-3834-4A00-ABD5-3757CEBD5B05}&quot; pptId=&quot;2074&quot; transitionDuration=&quot;1100&quot;/&gt;&#10;    &lt;slide duration=&quot;1&quot; id=&quot;{FFA548C9-2A61-4263-B728-CB592F700987}&quot; pptId=&quot;2075&quot; transitionDuration=&quot;1100&quot;/&gt;&#10;    &lt;slide duration=&quot;1&quot; id=&quot;{8B2E0A3E-6048-4233-9424-A47CDD9DEC52}&quot; pptId=&quot;2076&quot; transitionDuration=&quot;1100&quot;/&gt;&#10;    &lt;slide duration=&quot;5000&quot; id=&quot;{443D314B-67E2-466F-B4D4-AC003D011789}&quot; pptId=&quot;1816&quot; transitionDuration=&quot;1100&quot;/&gt;&#10;    &lt;slide duration=&quot;5000&quot; id=&quot;{65E3CB8C-4EA0-4714-A504-ACB4B81A2D48}&quot; pptId=&quot;1897&quot; transitionDuration=&quot;1100&quot;/&gt;&#10;    &lt;slide duration=&quot;5000&quot; id=&quot;{152E32DC-CA1C-45C9-AA45-555C68549977}&quot; pptId=&quot;1817&quot; transitionDuration=&quot;1100&quot;/&gt;&#10;    &lt;slide duration=&quot;5000&quot; id=&quot;{78136622-8F3E-4C2D-AF2E-F32A8EA417A7}&quot; pptId=&quot;1609&quot; transitionDuration=&quot;1100&quot;/&gt;&#10;  &lt;/slides&gt;&#10;&#10;  &lt;narration&gt;&#10;    &lt;videoTracks&gt;&#10;      &lt;videoTrack duration=&quot;18904&quot; muted=&quot;false&quot; slideId=&quot;{8940E4F3-3071-48F7-B28A-62138EBD7D00}&quot; startTime=&quot;0&quot; volume=&quot;1&quot;&gt;&#10;        &lt;file modifyTime=&quot;2014-12-03T01:34:00&quot; size=&quot;16282234&quot;&gt;&#10;          &lt;path full=&quot;D:\RSWLecture\romi-sad\romi-sad-01-introduction-march2014\video\video1.mkv&quot; relative=&quot;romi-sad-01-introduction-march2014\video\video1.mkv&quot; resource=&quot;video1.mkv&quot;/&gt;&#10;        &lt;/file&gt;&#10;        &lt;trim end=&quot;34&quot; start=&quot;0&quot;/&gt;&#10;        &lt;video height=&quot;480&quot; width=&quot;640&quot;/&gt;&#10;        &lt;audio channels=&quot;2&quot; sampleRate=&quot;44100&quot;/&gt;&#10;      &lt;/videoTrack&gt;&#10;      &lt;videoTrack duration=&quot;12662&quot; muted=&quot;false&quot; slideId=&quot;{360A3AD9-5906-41B1-8B9A-773C8B6B687F}&quot; startTime=&quot;0&quot; volume=&quot;1&quot;&gt;&#10;        &lt;file modifyTime=&quot;2014-12-03T01:34:12&quot; size=&quot;11155624&quot;&gt;&#10;          &lt;path full=&quot;D:\RSWLecture\romi-sad\romi-sad-01-introduction-march2014\video\video2.mkv&quot; relative=&quot;romi-sad-01-introduction-march2014\video\video2.mkv&quot; resource=&quot;video2.mkv&quot;/&gt;&#10;        &lt;/file&gt;&#10;        &lt;trim end=&quot;37&quot; start=&quot;0&quot;/&gt;&#10;        &lt;video height=&quot;480&quot; width=&quot;640&quot;/&gt;&#10;        &lt;audio channels=&quot;2&quot; sampleRate=&quot;44100&quot;/&gt;&#10;      &lt;/videoTrack&gt;&#10;      &lt;videoTrack duration=&quot;10534&quot; muted=&quot;false&quot; slideId=&quot;{7B393698-62D3-4484-B3F4-C9BE8F5844A8}&quot; startTime=&quot;0&quot; volume=&quot;1&quot;&gt;&#10;        &lt;file modifyTime=&quot;2014-12-03T01:34:23&quot; size=&quot;8989341&quot;&gt;&#10;          &lt;path full=&quot;D:\RSWLecture\romi-sad\romi-sad-01-introduction-march2014\video\video3.mkv&quot; relative=&quot;romi-sad-01-introduction-march2014\video\video3.mkv&quot; resource=&quot;video3.mkv&quot;/&gt;&#10;        &lt;/file&gt;&#10;        &lt;video height=&quot;480&quot; width=&quot;640&quot;/&gt;&#10;        &lt;audio channels=&quot;2&quot; sampleRate=&quot;44100&quot;/&gt;&#10;      &lt;/videoTrack&gt;&#10;      &lt;videoTrack duration=&quot;1461&quot; muted=&quot;false&quot; slideId=&quot;{D07F1C03-FD0A-441B-BED0-472C12C901B7}&quot; startTime=&quot;0&quot; volume=&quot;1&quot;&gt;&#10;        &lt;file modifyTime=&quot;2014-12-03T01:34:25&quot; size=&quot;1350077&quot;&gt;&#10;          &lt;path full=&quot;D:\RSWLecture\romi-sad\romi-sad-01-introduction-march2014\video\video4.mkv&quot; relative=&quot;romi-sad-01-introduction-march2014\video\video4.mkv&quot; resource=&quot;video4.mkv&quot;/&gt;&#10;        &lt;/file&gt;&#10;        &lt;trim end=&quot;11&quot; start=&quot;0&quot;/&gt;&#10;        &lt;video height=&quot;480&quot; width=&quot;640&quot;/&gt;&#10;        &lt;audio channels=&quot;2&quot; sampleRate=&quot;44100&quot;/&gt;&#10;      &lt;/videoTrack&gt;&#10;      &lt;videoTrack duration=&quot;6293&quot; muted=&quot;false&quot; slideId=&quot;{DF05C9A8-CD4B-44D9-B032-D3A7FDD12DB4}&quot; startTime=&quot;0&quot; volume=&quot;1&quot;&gt;&#10;        &lt;file modifyTime=&quot;2014-12-03T01:34:31&quot; size=&quot;7069575&quot;&gt;&#10;          &lt;path full=&quot;D:\RSWLecture\romi-sad\romi-sad-01-introduction-march2014\video\video5.mkv&quot; relative=&quot;romi-sad-01-introduction-march2014\video\video5.mkv&quot; resource=&quot;video5.mkv&quot;/&gt;&#10;        &lt;/file&gt;&#10;        &lt;trim end=&quot;31&quot; start=&quot;0&quot;/&gt;&#10;        &lt;video height=&quot;480&quot; width=&quot;640&quot;/&gt;&#10;        &lt;audio channels=&quot;2&quot; sampleRate=&quot;44100&quot;/&gt;&#10;      &lt;/videoTrack&gt;&#10;      &lt;videoTrack duration=&quot;1733&quot; muted=&quot;false&quot; slideId=&quot;{89FE0EFE-BC5C-4E4D-AF73-7B8DD9280856}&quot; startTime=&quot;0&quot; volume=&quot;1&quot;&gt;&#10;        &lt;file modifyTime=&quot;2014-12-03T01:34:33&quot; size=&quot;1703053&quot;&gt;&#10;          &lt;path full=&quot;D:\RSWLecture\romi-sad\romi-sad-01-introduction-march2014\video\video6.mkv&quot; relative=&quot;romi-sad-01-introduction-march2014\video\video6.mkv&quot; resource=&quot;video6.mkv&quot;/&gt;&#10;        &lt;/file&gt;&#10;        &lt;trim end=&quot;40&quot; start=&quot;0&quot;/&gt;&#10;        &lt;video height=&quot;480&quot; width=&quot;640&quot;/&gt;&#10;        &lt;audio channels=&quot;2&quot; sampleRate=&quot;44100&quot;/&gt;&#10;      &lt;/videoTrack&gt;&#10;      &lt;videoTrack duration=&quot;1706&quot; muted=&quot;false&quot; slideId=&quot;{FA7A037A-87B4-480D-816D-B8898DE5F424}&quot; startTime=&quot;0&quot; volume=&quot;1&quot;&gt;&#10;        &lt;file modifyTime=&quot;2014-12-03T01:34:35&quot; size=&quot;2004494&quot;&gt;&#10;          &lt;path full=&quot;D:\RSWLecture\romi-sad\romi-sad-01-introduction-march2014\video\video7.mkv&quot; relative=&quot;romi-sad-01-introduction-march2014\video\video7.mkv&quot; resource=&quot;video7.mkv&quot;/&gt;&#10;        &lt;/file&gt;&#10;        &lt;trim end=&quot;9&quot; start=&quot;0&quot;/&gt;&#10;        &lt;video height=&quot;480&quot; width=&quot;640&quot;/&gt;&#10;        &lt;audio channels=&quot;2&quot; sampleRate=&quot;44100&quot;/&gt;&#10;      &lt;/videoTrack&gt;&#10;      &lt;videoTrack duration=&quot;1781&quot; muted=&quot;false&quot; slideId=&quot;{3E665B32-E2F6-4815-B4DA-B974C97A8F5E}&quot; startTime=&quot;0&quot; volume=&quot;1&quot;&gt;&#10;        &lt;file modifyTime=&quot;2014-12-03T01:34:37&quot; size=&quot;1878511&quot;&gt;&#10;          &lt;path full=&quot;D:\RSWLecture\romi-sad\romi-sad-01-introduction-march2014\video\video8.mkv&quot; relative=&quot;romi-sad-01-introduction-march2014\video\video8.mkv&quot; resource=&quot;video8.mkv&quot;/&gt;&#10;        &lt;/file&gt;&#10;        &lt;trim end=&quot;28&quot; start=&quot;0&quot;/&gt;&#10;        &lt;video height=&quot;480&quot; width=&quot;640&quot;/&gt;&#10;        &lt;audio channels=&quot;2&quot; sampleRate=&quot;44100&quot;/&gt;&#10;      &lt;/videoTrack&gt;&#10;      &lt;videoTrack duration=&quot;4037&quot; muted=&quot;false&quot; slideId=&quot;{D8F870AF-0A19-4BC3-81B7-0CB42DE62B92}&quot; startTime=&quot;0&quot; volume=&quot;1&quot;&gt;&#10;        &lt;file modifyTime=&quot;2014-12-03T01:34:41&quot; size=&quot;4490323&quot;&gt;&#10;          &lt;path full=&quot;D:\RSWLecture\romi-sad\romi-sad-01-introduction-march2014\video\video9.mkv&quot; relative=&quot;romi-sad-01-introduction-march2014\video\video9.mkv&quot; resource=&quot;video9.mkv&quot;/&gt;&#10;        &lt;/file&gt;&#10;        &lt;trim end=&quot;1&quot; start=&quot;0&quot;/&gt;&#10;        &lt;video height=&quot;480&quot; width=&quot;640&quot;/&gt;&#10;        &lt;audio channels=&quot;2&quot; sampleRate=&quot;44100&quot;/&gt;&#10;      &lt;/videoTrack&gt;&#10;      &lt;videoTrack duration=&quot;676&quot; muted=&quot;false&quot; slideId=&quot;{F67B1CAF-DA20-4296-992B-DEFE8FF2D676}&quot; startTime=&quot;0&quot; volume=&quot;1&quot;&gt;&#10;        &lt;file modifyTime=&quot;2014-12-03T01:34:42&quot; size=&quot;480847&quot;&gt;&#10;          &lt;path full=&quot;D:\RSWLecture\romi-sad\romi-sad-01-introduction-march2014\video\video10.mkv&quot; relative=&quot;romi-sad-01-introduction-march2014\video\video10.mkv&quot; resource=&quot;video10.mkv&quot;/&gt;&#10;        &lt;/file&gt;&#10;        &lt;video height=&quot;480&quot; width=&quot;640&quot;/&gt;&#10;        &lt;audio channels=&quot;2&quot; sampleRate=&quot;44100&quot;/&gt;&#10;      &lt;/videoTrack&gt;&#10;      &lt;videoTrack duration=&quot;2082&quot; muted=&quot;false&quot; slideId=&quot;{4C8EDCA8-7A1C-43C8-9A45-22E172710301}&quot; startTime=&quot;0&quot; volume=&quot;1&quot;&gt;&#10;        &lt;file modifyTime=&quot;2014-12-03T01:34:53&quot; size=&quot;2577726&quot;&gt;&#10;          &lt;path full=&quot;D:\RSWLecture\romi-sad\romi-sad-01-introduction-march2014\video\video11.mkv&quot; relative=&quot;romi-sad-01-introduction-march2014\video\video11.mkv&quot; resource=&quot;video11.mkv&quot;/&gt;&#10;        &lt;/file&gt;&#10;        &lt;trim end=&quot;473&quot; start=&quot;0&quot;/&gt;&#10;        &lt;video height=&quot;480&quot; width=&quot;640&quot;/&gt;&#10;        &lt;audio channels=&quot;2&quot; sampleRate=&quot;44100&quot;/&gt;&#10;      &lt;/videoTrack&gt;&#10;      &lt;videoTrack duration=&quot;1525&quot; muted=&quot;false&quot; slideId=&quot;{509FC186-B363-4BF6-9876-64E3FC630264}&quot; startTime=&quot;0&quot; volume=&quot;1&quot;&gt;&#10;        &lt;file modifyTime=&quot;2014-12-03T01:34:55&quot; size=&quot;1583513&quot;&gt;&#10;          &lt;path full=&quot;D:\RSWLecture\romi-sad\romi-sad-01-introduction-march2014\video\video12.mkv&quot; relative=&quot;romi-sad-01-introduction-march2014\video\video12.mkv&quot; resource=&quot;video12.mkv&quot;/&gt;&#10;        &lt;/file&gt;&#10;        &lt;trim end=&quot;31&quot; start=&quot;0&quot;/&gt;&#10;        &lt;video height=&quot;480&quot; width=&quot;640&quot;/&gt;&#10;        &lt;audio channels=&quot;2&quot; sampleRate=&quot;44100&quot;/&gt;&#10;      &lt;/videoTrack&gt;&#10;      &lt;videoTrack duration=&quot;2396&quot; muted=&quot;false&quot; slideId=&quot;{EB9B4674-C363-4B5A-B811-AC956226ED79}&quot; startTime=&quot;0&quot; volume=&quot;1&quot;&gt;&#10;        &lt;file modifyTime=&quot;2014-12-03T01:34:57&quot; size=&quot;2471032&quot;&gt;&#10;          &lt;path full=&quot;D:\RSWLecture\romi-sad\romi-sad-01-introduction-march2014\video\video13.mkv&quot; relative=&quot;romi-sad-01-introduction-march2014\video\video13.mkv&quot; resource=&quot;video13.mkv&quot;/&gt;&#10;        &lt;/file&gt;&#10;        &lt;trim end=&quot;4&quot; start=&quot;0&quot;/&gt;&#10;        &lt;video height=&quot;480&quot; width=&quot;640&quot;/&gt;&#10;        &lt;audio channels=&quot;2&quot; sampleRate=&quot;44100&quot;/&gt;&#10;      &lt;/videoTrack&gt;&#10;      &lt;videoTrack duration=&quot;10405&quot; muted=&quot;false&quot; slideId=&quot;{CD6BBE6F-18A5-4F79-9F65-BAC721F64A0D}&quot; startTime=&quot;0&quot; volume=&quot;1&quot;&gt;&#10;        &lt;file modifyTime=&quot;2014-12-03T01:35:08&quot; size=&quot;11564215&quot;&gt;&#10;          &lt;path full=&quot;D:\RSWLecture\romi-sad\romi-sad-01-introduction-march2014\video\video14.mkv&quot; relative=&quot;romi-sad-01-introduction-march2014\video\video14.mkv&quot; resource=&quot;video14.mkv&quot;/&gt;&#10;        &lt;/file&gt;&#10;        &lt;trim end=&quot;35&quot; start=&quot;0&quot;/&gt;&#10;        &lt;video height=&quot;480&quot; width=&quot;640&quot;/&gt;&#10;        &lt;audio channels=&quot;2&quot; sampleRate=&quot;44100&quot;/&gt;&#10;      &lt;/videoTrack&gt;&#10;    &lt;/videoTracks&gt;&#10;  &lt;/narration&gt;&#10;&#10;&lt;/presentation&gt;&#10;"/>
  <p:tag name="ISPRING_RESOURCE_PATHS_HASH_PRESENTER" val="256b5847992f7ca6588eb05c131590f1cde86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8.001"/>
  <p:tag name="ISPRING_CUSTOM_TIMING_USED" val="1"/>
  <p:tag name="ISPRING_SLIDE_ID" val="{17C8DC01-E322-4B9C-A5DC-3FEB5C18BC6B}"/>
  <p:tag name="TIMING" val="|0.001|1|1|1|1|1|1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9.001"/>
  <p:tag name="ISPRING_CUSTOM_TIMING_USED" val="1"/>
  <p:tag name="ISPRING_SLIDE_ID" val="{35AF663A-3EF5-424B-9E02-ABD9A6393937}"/>
  <p:tag name="TIMING" val="|0.001|1|1|1|1|1|1|1|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D" val="{5BB14AED-EED1-463A-9DF9-AEB7B6DC7AC9}"/>
  <p:tag name="GENSWF_ADVANCE_TIME" val="8.002"/>
  <p:tag name="TIMING" val="|0.001|1|1|1|1|1|1|1|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4.001"/>
  <p:tag name="ISPRING_CUSTOM_TIMING_USED" val="1"/>
  <p:tag name="ISPRING_SLIDE_ID" val="{7EFE1063-9871-4F26-8659-F394E87862AF}"/>
  <p:tag name="TIMING" val="|0.001|1|1|1|1|1|1|1|1|1|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"/>
  <p:tag name="ISPRING_CUSTOM_TIMING_USED" val="1"/>
  <p:tag name="ISPRING_SLIDE_ID" val="{D658088B-6D18-451F-8FAA-2CB8F37101E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2.001"/>
  <p:tag name="ISPRING_CUSTOM_TIMING_USED" val="1"/>
  <p:tag name="ISPRING_SLIDE_ID" val="{E176A61C-1B33-41EA-BBD0-EA5075740D39}"/>
  <p:tag name="TIMING" val="|0.00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001|1|1|1|1|1|1|1|1|1|1"/>
  <p:tag name="ISPRING_CUSTOM_TIMING_USED" val="1"/>
  <p:tag name="ISPRING_SLIDE_ID" val="{F7E04ADD-ABBC-4BEA-94C1-814E2117A447}"/>
  <p:tag name="GENSWF_ADVANCE_TIME" val="10.0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2.001"/>
  <p:tag name="ISPRING_CUSTOM_TIMING_USED" val="1"/>
  <p:tag name="ISPRING_SLIDE_ID" val="{D5E3973C-27B4-40DC-9F90-277E7BFF897C}"/>
  <p:tag name="TIMING" val="|0.001|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"/>
  <p:tag name="ISPRING_CUSTOM_TIMING_USED" val="1"/>
  <p:tag name="ISPRING_SLIDE_ID" val="{29D102EF-3331-4542-8999-C4FD3CCD08C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"/>
  <p:tag name="ISPRING_CUSTOM_TIMING_USED" val="1"/>
  <p:tag name="ISPRING_SLIDE_ID" val="{9BE941CE-F82C-4ABF-BD24-D6A3F9537FEE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"/>
  <p:tag name="ISPRING_CUSTOM_TIMING_USED" val="1"/>
  <p:tag name="ISPRING_SLIDE_ID" val="{C973F428-91D2-4265-8825-C8C548670ABA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"/>
  <p:tag name="ISPRING_CUSTOM_TIMING_USED" val="1"/>
  <p:tag name="ISPRING_SLIDE_ID" val="{76B4BAEB-D983-49AE-8B2D-8981A21252F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"/>
  <p:tag name="ISPRING_CUSTOM_TIMING_USED" val="1"/>
  <p:tag name="ISPRING_SLIDE_ID" val="{4C984B25-D45F-417D-BCC1-76290428A73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8.001"/>
  <p:tag name="ISPRING_CUSTOM_TIMING_USED" val="1"/>
  <p:tag name="ISPRING_SLIDE_ID" val="{27996CC3-628D-4D93-A73A-94E00389E575}"/>
  <p:tag name="TIMING" val="|0.001|1|1|1|1|1|1|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6.001"/>
  <p:tag name="ISPRING_CUSTOM_TIMING_USED" val="1"/>
  <p:tag name="ISPRING_SLIDE_ID" val="{51996CB0-CD4B-4048-8D55-7E79D98FA4FB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6.001"/>
  <p:tag name="ISPRING_CUSTOM_TIMING_USED" val="1"/>
  <p:tag name="ISPRING_SLIDE_ID" val="{51996CB0-CD4B-4048-8D55-7E79D98FA4FB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1"/>
  <p:tag name="ISPRING_CUSTOM_TIMING_USED" val="1"/>
  <p:tag name="ISPRING_SLIDE_ID" val="{D682A2C1-7507-4247-A7F4-DC833807909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6.001"/>
  <p:tag name="ISPRING_CUSTOM_TIMING_USED" val="1"/>
  <p:tag name="ISPRING_SLIDE_ID" val="{51996CB0-CD4B-4048-8D55-7E79D98FA4FB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6.001"/>
  <p:tag name="ISPRING_CUSTOM_TIMING_USED" val="1"/>
  <p:tag name="ISPRING_SLIDE_ID" val="{51996CB0-CD4B-4048-8D55-7E79D98FA4FB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6.001"/>
  <p:tag name="ISPRING_CUSTOM_TIMING_USED" val="1"/>
  <p:tag name="ISPRING_SLIDE_ID" val="{51996CB0-CD4B-4048-8D55-7E79D98FA4FB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86433</TotalTime>
  <Words>1864</Words>
  <Application>Microsoft Macintosh PowerPoint</Application>
  <PresentationFormat>Widescreen</PresentationFormat>
  <Paragraphs>469</Paragraphs>
  <Slides>37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Arial Narror</vt:lpstr>
      <vt:lpstr>Calibri</vt:lpstr>
      <vt:lpstr>Calibri Light</vt:lpstr>
      <vt:lpstr>Tahoma</vt:lpstr>
      <vt:lpstr>Times New Roman</vt:lpstr>
      <vt:lpstr>Wingdings</vt:lpstr>
      <vt:lpstr>2_Office Theme</vt:lpstr>
      <vt:lpstr>Office 2013 - 2022 Theme</vt:lpstr>
      <vt:lpstr>Systems Development Life Cycle (SDLC)</vt:lpstr>
      <vt:lpstr>Process in System Development</vt:lpstr>
      <vt:lpstr>Systems Development Life Cycle (SDLC)</vt:lpstr>
      <vt:lpstr>Systems Development Life Cycle (SDLC)</vt:lpstr>
      <vt:lpstr>Planning</vt:lpstr>
      <vt:lpstr>Planning (System Proposal)</vt:lpstr>
      <vt:lpstr>PowerPoint Presentation</vt:lpstr>
      <vt:lpstr>PowerPoint Presentation</vt:lpstr>
      <vt:lpstr>PowerPoint Presentation</vt:lpstr>
      <vt:lpstr>PowerPoint Presentation</vt:lpstr>
      <vt:lpstr>Analysis</vt:lpstr>
      <vt:lpstr>Design</vt:lpstr>
      <vt:lpstr>Implementation</vt:lpstr>
      <vt:lpstr>Processes and Deliverables</vt:lpstr>
      <vt:lpstr>Systems Development Methodology (Model Process)</vt:lpstr>
      <vt:lpstr>Software Development Methodology (Model Process)</vt:lpstr>
      <vt:lpstr>Major Software Development Methodologies</vt:lpstr>
      <vt:lpstr>Methodology Timeline</vt:lpstr>
      <vt:lpstr>Structured Design</vt:lpstr>
      <vt:lpstr>Structured Design</vt:lpstr>
      <vt:lpstr>Waterfall Method</vt:lpstr>
      <vt:lpstr>Parallel Development</vt:lpstr>
      <vt:lpstr>Rapid Application Development</vt:lpstr>
      <vt:lpstr>Rapid Application Development (RAD)</vt:lpstr>
      <vt:lpstr>RAD: Phased Development</vt:lpstr>
      <vt:lpstr>RAD: Prototyping</vt:lpstr>
      <vt:lpstr>RAD: Throw-Away Prototyping</vt:lpstr>
      <vt:lpstr>Agile Development</vt:lpstr>
      <vt:lpstr>Agile Development</vt:lpstr>
      <vt:lpstr>Agile Process</vt:lpstr>
      <vt:lpstr>Methodology Selection Strategy</vt:lpstr>
      <vt:lpstr>Selection Factors</vt:lpstr>
      <vt:lpstr>Selection Factors</vt:lpstr>
      <vt:lpstr>Structured vs Object Oriented Method</vt:lpstr>
      <vt:lpstr>Structured Method</vt:lpstr>
      <vt:lpstr>Object Oriented Method ToolUnified Modeling Language(UML)</vt:lpstr>
      <vt:lpstr>Self Explore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romi-jsai2000-presentation</dc:title>
  <dc:creator>Romi Satria Wahono</dc:creator>
  <cp:lastModifiedBy>Aris Puji Widodo</cp:lastModifiedBy>
  <cp:revision>5291</cp:revision>
  <cp:lastPrinted>1601-01-01T00:00:00Z</cp:lastPrinted>
  <dcterms:created xsi:type="dcterms:W3CDTF">1601-01-01T00:00:00Z</dcterms:created>
  <dcterms:modified xsi:type="dcterms:W3CDTF">2025-09-03T08:46:31Z</dcterms:modified>
</cp:coreProperties>
</file>